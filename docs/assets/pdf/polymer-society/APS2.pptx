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
  </p:handoutMasterIdLst>
  <p:sldIdLst>
    <p:sldId id="263" r:id="rId3"/>
  </p:sldIdLst>
  <p:sldSz cx="43891200" cy="21945600"/>
  <p:notesSz cx="31954470" cy="50149125"/>
  <p:custDataLst>
    <p:tags r:id="rId9"/>
  </p:custDataLst>
  <p:defaultTextStyle>
    <a:defPPr>
      <a:defRPr lang="en-US"/>
    </a:defPPr>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3170" userDrawn="1">
          <p15:clr>
            <a:srgbClr val="A4A3A4"/>
          </p15:clr>
        </p15:guide>
        <p15:guide id="2" orient="horz" pos="3740" userDrawn="1">
          <p15:clr>
            <a:srgbClr val="A4A3A4"/>
          </p15:clr>
        </p15:guide>
        <p15:guide id="3" orient="horz" pos="2316" userDrawn="1">
          <p15:clr>
            <a:srgbClr val="A4A3A4"/>
          </p15:clr>
        </p15:guide>
        <p15:guide id="4" orient="horz" pos="4271" userDrawn="1">
          <p15:clr>
            <a:srgbClr val="A4A3A4"/>
          </p15:clr>
        </p15:guide>
        <p15:guide id="5" pos="720" userDrawn="1">
          <p15:clr>
            <a:srgbClr val="A4A3A4"/>
          </p15:clr>
        </p15:guide>
        <p15:guide id="6" pos="6870" userDrawn="1">
          <p15:clr>
            <a:srgbClr val="A4A3A4"/>
          </p15:clr>
        </p15:guide>
        <p15:guide id="7" pos="7279" userDrawn="1">
          <p15:clr>
            <a:srgbClr val="A4A3A4"/>
          </p15:clr>
        </p15:guide>
        <p15:guide id="8" pos="13564" userDrawn="1">
          <p15:clr>
            <a:srgbClr val="A4A3A4"/>
          </p15:clr>
        </p15:guide>
        <p15:guide id="9" pos="14249" userDrawn="1">
          <p15:clr>
            <a:srgbClr val="A4A3A4"/>
          </p15:clr>
        </p15:guide>
        <p15:guide id="10" pos="20292" userDrawn="1">
          <p15:clr>
            <a:srgbClr val="A4A3A4"/>
          </p15:clr>
        </p15:guide>
        <p15:guide id="11" pos="20736" userDrawn="1">
          <p15:clr>
            <a:srgbClr val="A4A3A4"/>
          </p15:clr>
        </p15:guide>
        <p15:guide id="12" pos="267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DE3"/>
    <a:srgbClr val="006699"/>
    <a:srgbClr val="7970D5"/>
    <a:srgbClr val="006989"/>
    <a:srgbClr val="FFFFFF"/>
    <a:srgbClr val="CC3300"/>
    <a:srgbClr val="006600"/>
    <a:srgbClr val="336699"/>
    <a:srgbClr val="003399"/>
    <a:srgbClr val="0094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p:scale>
          <a:sx n="66" d="100"/>
          <a:sy n="66" d="100"/>
        </p:scale>
        <p:origin x="-8028" y="48"/>
      </p:cViewPr>
      <p:guideLst>
        <p:guide orient="horz" pos="13170"/>
        <p:guide orient="horz" pos="3740"/>
        <p:guide orient="horz" pos="2316"/>
        <p:guide orient="horz" pos="4271"/>
        <p:guide pos="720"/>
        <p:guide pos="6870"/>
        <p:guide pos="7279"/>
        <p:guide pos="13564"/>
        <p:guide pos="14249"/>
        <p:guide pos="20292"/>
        <p:guide pos="20736"/>
        <p:guide pos="2677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33" d="100"/>
        <a:sy n="33"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9.wmf"/><Relationship Id="rId8" Type="http://schemas.openxmlformats.org/officeDocument/2006/relationships/image" Target="../media/image18.wmf"/><Relationship Id="rId7" Type="http://schemas.openxmlformats.org/officeDocument/2006/relationships/image" Target="../media/image1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8.wmf"/><Relationship Id="rId3" Type="http://schemas.openxmlformats.org/officeDocument/2006/relationships/image" Target="../media/image7.wmf"/><Relationship Id="rId29" Type="http://schemas.openxmlformats.org/officeDocument/2006/relationships/image" Target="../media/image45.wmf"/><Relationship Id="rId28" Type="http://schemas.openxmlformats.org/officeDocument/2006/relationships/image" Target="../media/image44.wmf"/><Relationship Id="rId27" Type="http://schemas.openxmlformats.org/officeDocument/2006/relationships/image" Target="../media/image43.wmf"/><Relationship Id="rId26" Type="http://schemas.openxmlformats.org/officeDocument/2006/relationships/image" Target="../media/image42.wmf"/><Relationship Id="rId25" Type="http://schemas.openxmlformats.org/officeDocument/2006/relationships/image" Target="../media/image41.wmf"/><Relationship Id="rId24" Type="http://schemas.openxmlformats.org/officeDocument/2006/relationships/image" Target="../media/image40.wmf"/><Relationship Id="rId23" Type="http://schemas.openxmlformats.org/officeDocument/2006/relationships/image" Target="../media/image39.wmf"/><Relationship Id="rId22" Type="http://schemas.openxmlformats.org/officeDocument/2006/relationships/image" Target="../media/image38.wmf"/><Relationship Id="rId21" Type="http://schemas.openxmlformats.org/officeDocument/2006/relationships/image" Target="../media/image37.wmf"/><Relationship Id="rId20" Type="http://schemas.openxmlformats.org/officeDocument/2006/relationships/image" Target="../media/image31.wmf"/><Relationship Id="rId2" Type="http://schemas.openxmlformats.org/officeDocument/2006/relationships/image" Target="../media/image6.wmf"/><Relationship Id="rId19" Type="http://schemas.openxmlformats.org/officeDocument/2006/relationships/image" Target="../media/image30.wmf"/><Relationship Id="rId18" Type="http://schemas.openxmlformats.org/officeDocument/2006/relationships/image" Target="../media/image29.wmf"/><Relationship Id="rId17" Type="http://schemas.openxmlformats.org/officeDocument/2006/relationships/image" Target="../media/image28.wmf"/><Relationship Id="rId16" Type="http://schemas.openxmlformats.org/officeDocument/2006/relationships/image" Target="../media/image27.wmf"/><Relationship Id="rId15" Type="http://schemas.openxmlformats.org/officeDocument/2006/relationships/image" Target="../media/image26.wmf"/><Relationship Id="rId14" Type="http://schemas.openxmlformats.org/officeDocument/2006/relationships/image" Target="../media/image25.wmf"/><Relationship Id="rId13" Type="http://schemas.openxmlformats.org/officeDocument/2006/relationships/image" Target="../media/image24.wmf"/><Relationship Id="rId12" Type="http://schemas.openxmlformats.org/officeDocument/2006/relationships/image" Target="../media/image22.wmf"/><Relationship Id="rId11" Type="http://schemas.openxmlformats.org/officeDocument/2006/relationships/image" Target="../media/image21.wmf"/><Relationship Id="rId10" Type="http://schemas.openxmlformats.org/officeDocument/2006/relationships/image" Target="../media/image20.wmf"/><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13804900" cy="2628900"/>
          </a:xfrm>
          <a:prstGeom prst="rect">
            <a:avLst/>
          </a:prstGeom>
          <a:noFill/>
          <a:ln w="9525">
            <a:noFill/>
          </a:ln>
        </p:spPr>
        <p:txBody>
          <a:bodyPr lIns="450028" tIns="225014" rIns="450028" bIns="225014"/>
          <a:lstStyle/>
          <a:p>
            <a:pPr lvl="0" defTabSz="4508500"/>
            <a:endParaRPr lang="en-AU" altLang="zh-CN" sz="6000"/>
          </a:p>
        </p:txBody>
      </p:sp>
      <p:sp>
        <p:nvSpPr>
          <p:cNvPr id="4099" name="日期占位符 4098"/>
          <p:cNvSpPr>
            <a:spLocks noGrp="1"/>
          </p:cNvSpPr>
          <p:nvPr>
            <p:ph type="dt" sz="quarter" idx="1"/>
          </p:nvPr>
        </p:nvSpPr>
        <p:spPr>
          <a:xfrm>
            <a:off x="17941925" y="0"/>
            <a:ext cx="14135100" cy="2628900"/>
          </a:xfrm>
          <a:prstGeom prst="rect">
            <a:avLst/>
          </a:prstGeom>
          <a:noFill/>
          <a:ln w="9525">
            <a:noFill/>
          </a:ln>
        </p:spPr>
        <p:txBody>
          <a:bodyPr lIns="450028" tIns="225014" rIns="450028" bIns="225014"/>
          <a:lstStyle/>
          <a:p>
            <a:pPr lvl="0" algn="r" defTabSz="4508500"/>
            <a:endParaRPr lang="en-AU" altLang="zh-CN" sz="6000"/>
          </a:p>
        </p:txBody>
      </p:sp>
      <p:sp>
        <p:nvSpPr>
          <p:cNvPr id="4100" name="页脚占位符 4099"/>
          <p:cNvSpPr>
            <a:spLocks noGrp="1"/>
          </p:cNvSpPr>
          <p:nvPr>
            <p:ph type="ftr" sz="quarter" idx="2"/>
          </p:nvPr>
        </p:nvSpPr>
        <p:spPr>
          <a:xfrm>
            <a:off x="0" y="47639288"/>
            <a:ext cx="13804900" cy="2628900"/>
          </a:xfrm>
          <a:prstGeom prst="rect">
            <a:avLst/>
          </a:prstGeom>
          <a:noFill/>
          <a:ln w="9525">
            <a:noFill/>
          </a:ln>
        </p:spPr>
        <p:txBody>
          <a:bodyPr lIns="450028" tIns="225014" rIns="450028" bIns="225014" anchor="b" anchorCtr="0"/>
          <a:lstStyle/>
          <a:p>
            <a:pPr lvl="0" defTabSz="4508500"/>
            <a:endParaRPr lang="en-AU" altLang="zh-CN" sz="6000"/>
          </a:p>
        </p:txBody>
      </p:sp>
      <p:sp>
        <p:nvSpPr>
          <p:cNvPr id="4101" name="灯片编号占位符 4100"/>
          <p:cNvSpPr>
            <a:spLocks noGrp="1"/>
          </p:cNvSpPr>
          <p:nvPr>
            <p:ph type="sldNum" sz="quarter" idx="3"/>
          </p:nvPr>
        </p:nvSpPr>
        <p:spPr>
          <a:xfrm>
            <a:off x="17941925" y="47639288"/>
            <a:ext cx="14135100" cy="2628900"/>
          </a:xfrm>
          <a:prstGeom prst="rect">
            <a:avLst/>
          </a:prstGeom>
          <a:noFill/>
          <a:ln w="9525">
            <a:noFill/>
          </a:ln>
        </p:spPr>
        <p:txBody>
          <a:bodyPr lIns="450028" tIns="225014" rIns="450028" bIns="225014" anchor="b" anchorCtr="0"/>
          <a:lstStyle/>
          <a:p>
            <a:pPr lvl="0" algn="r" defTabSz="4508500"/>
            <a:fld id="{9A0DB2DC-4C9A-4742-B13C-FB6460FD3503}" type="slidenum">
              <a:rPr lang="en-AU" altLang="zh-CN" sz="6000"/>
            </a:fld>
            <a:endParaRPr lang="en-AU" altLang="zh-CN" sz="600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页眉占位符 3073"/>
          <p:cNvSpPr>
            <a:spLocks noGrp="1"/>
          </p:cNvSpPr>
          <p:nvPr>
            <p:ph type="hdr" sz="quarter"/>
          </p:nvPr>
        </p:nvSpPr>
        <p:spPr>
          <a:xfrm>
            <a:off x="0" y="0"/>
            <a:ext cx="13804900" cy="2628900"/>
          </a:xfrm>
          <a:prstGeom prst="rect">
            <a:avLst/>
          </a:prstGeom>
          <a:noFill/>
          <a:ln w="9525">
            <a:noFill/>
          </a:ln>
        </p:spPr>
        <p:txBody>
          <a:bodyPr lIns="450028" tIns="225014" rIns="450028" bIns="225014"/>
          <a:lstStyle/>
          <a:p>
            <a:pPr lvl="0" defTabSz="4508500"/>
            <a:endParaRPr lang="en-AU" altLang="zh-CN" sz="6000" dirty="0"/>
          </a:p>
        </p:txBody>
      </p:sp>
      <p:sp>
        <p:nvSpPr>
          <p:cNvPr id="3075" name="日期占位符 3074"/>
          <p:cNvSpPr>
            <a:spLocks noGrp="1"/>
          </p:cNvSpPr>
          <p:nvPr>
            <p:ph type="dt" idx="1"/>
          </p:nvPr>
        </p:nvSpPr>
        <p:spPr>
          <a:xfrm>
            <a:off x="17941925" y="0"/>
            <a:ext cx="14135100" cy="2628900"/>
          </a:xfrm>
          <a:prstGeom prst="rect">
            <a:avLst/>
          </a:prstGeom>
          <a:noFill/>
          <a:ln w="9525">
            <a:noFill/>
          </a:ln>
        </p:spPr>
        <p:txBody>
          <a:bodyPr lIns="450028" tIns="225014" rIns="450028" bIns="225014"/>
          <a:lstStyle/>
          <a:p>
            <a:pPr lvl="0" algn="r" defTabSz="4508500"/>
            <a:endParaRPr lang="en-AU" altLang="zh-CN" sz="6000" dirty="0"/>
          </a:p>
        </p:txBody>
      </p:sp>
      <p:sp>
        <p:nvSpPr>
          <p:cNvPr id="3076" name="幻灯片图像占位符 3075"/>
          <p:cNvSpPr>
            <a:spLocks noGrp="1" noRot="1" noChangeAspect="1" noTextEdit="1"/>
          </p:cNvSpPr>
          <p:nvPr>
            <p:ph type="sldImg" idx="2"/>
          </p:nvPr>
        </p:nvSpPr>
        <p:spPr>
          <a:xfrm>
            <a:off x="-2871787" y="3757613"/>
            <a:ext cx="37496750" cy="18748375"/>
          </a:xfrm>
          <a:prstGeom prst="rect">
            <a:avLst/>
          </a:prstGeom>
          <a:ln w="9525" cap="flat" cmpd="sng">
            <a:solidFill>
              <a:srgbClr val="000000"/>
            </a:solidFill>
            <a:prstDash val="solid"/>
            <a:miter/>
            <a:headEnd type="none" w="med" len="med"/>
            <a:tailEnd type="none" w="med" len="med"/>
          </a:ln>
        </p:spPr>
      </p:sp>
      <p:sp>
        <p:nvSpPr>
          <p:cNvPr id="3077" name="文本占位符 3076"/>
          <p:cNvSpPr>
            <a:spLocks noGrp="1"/>
          </p:cNvSpPr>
          <p:nvPr>
            <p:ph type="body" sz="quarter" idx="3"/>
          </p:nvPr>
        </p:nvSpPr>
        <p:spPr>
          <a:xfrm>
            <a:off x="4137025" y="24004588"/>
            <a:ext cx="23456900" cy="22512337"/>
          </a:xfrm>
          <a:prstGeom prst="rect">
            <a:avLst/>
          </a:prstGeom>
          <a:noFill/>
          <a:ln w="9525">
            <a:noFill/>
          </a:ln>
        </p:spPr>
        <p:txBody>
          <a:bodyPr lIns="450028" tIns="225014" rIns="450028" bIns="225014"/>
          <a:lstStyle/>
          <a:p>
            <a:pPr lvl="0"/>
            <a:r>
              <a:rPr lang="en-AU" altLang="zh-CN" dirty="0"/>
              <a:t>Click to edit Master text styles</a:t>
            </a:r>
            <a:endParaRPr lang="en-AU" altLang="zh-CN" dirty="0"/>
          </a:p>
          <a:p>
            <a:pPr lvl="1"/>
            <a:r>
              <a:rPr lang="en-AU" altLang="zh-CN" dirty="0"/>
              <a:t>Second level</a:t>
            </a:r>
            <a:endParaRPr lang="en-AU" altLang="zh-CN" dirty="0"/>
          </a:p>
          <a:p>
            <a:pPr lvl="2"/>
            <a:r>
              <a:rPr lang="en-AU" altLang="zh-CN" dirty="0"/>
              <a:t>Third level</a:t>
            </a:r>
            <a:endParaRPr lang="en-AU" altLang="zh-CN" dirty="0"/>
          </a:p>
          <a:p>
            <a:pPr lvl="3"/>
            <a:r>
              <a:rPr lang="en-AU" altLang="zh-CN" dirty="0"/>
              <a:t>Fourth level</a:t>
            </a:r>
            <a:endParaRPr lang="en-AU" altLang="zh-CN" dirty="0"/>
          </a:p>
          <a:p>
            <a:pPr lvl="4"/>
            <a:r>
              <a:rPr lang="en-AU" altLang="zh-CN" dirty="0"/>
              <a:t>Fifth level</a:t>
            </a:r>
            <a:endParaRPr lang="en-AU" altLang="zh-CN" dirty="0"/>
          </a:p>
        </p:txBody>
      </p:sp>
      <p:sp>
        <p:nvSpPr>
          <p:cNvPr id="3078" name="页脚占位符 3077"/>
          <p:cNvSpPr>
            <a:spLocks noGrp="1"/>
          </p:cNvSpPr>
          <p:nvPr>
            <p:ph type="ftr" sz="quarter" idx="4"/>
          </p:nvPr>
        </p:nvSpPr>
        <p:spPr>
          <a:xfrm>
            <a:off x="0" y="47639288"/>
            <a:ext cx="13804900" cy="2628900"/>
          </a:xfrm>
          <a:prstGeom prst="rect">
            <a:avLst/>
          </a:prstGeom>
          <a:noFill/>
          <a:ln w="9525">
            <a:noFill/>
          </a:ln>
        </p:spPr>
        <p:txBody>
          <a:bodyPr lIns="450028" tIns="225014" rIns="450028" bIns="225014" anchor="b" anchorCtr="0"/>
          <a:lstStyle/>
          <a:p>
            <a:pPr lvl="0" defTabSz="4508500"/>
            <a:endParaRPr lang="en-AU" altLang="zh-CN" sz="6000" dirty="0"/>
          </a:p>
        </p:txBody>
      </p:sp>
      <p:sp>
        <p:nvSpPr>
          <p:cNvPr id="3079" name="灯片编号占位符 3078"/>
          <p:cNvSpPr>
            <a:spLocks noGrp="1"/>
          </p:cNvSpPr>
          <p:nvPr>
            <p:ph type="sldNum" sz="quarter" idx="5"/>
          </p:nvPr>
        </p:nvSpPr>
        <p:spPr>
          <a:xfrm>
            <a:off x="17941925" y="47639288"/>
            <a:ext cx="14135100" cy="2628900"/>
          </a:xfrm>
          <a:prstGeom prst="rect">
            <a:avLst/>
          </a:prstGeom>
          <a:noFill/>
          <a:ln w="9525">
            <a:noFill/>
          </a:ln>
        </p:spPr>
        <p:txBody>
          <a:bodyPr lIns="450028" tIns="225014" rIns="450028" bIns="225014" anchor="b" anchorCtr="0"/>
          <a:lstStyle/>
          <a:p>
            <a:pPr lvl="0" algn="r" defTabSz="4508500"/>
            <a:fld id="{9A0DB2DC-4C9A-4742-B13C-FB6460FD3503}" type="slidenum">
              <a:rPr lang="en-AU" altLang="zh-CN" sz="6000" dirty="0"/>
            </a:fld>
            <a:endParaRPr lang="en-AU" altLang="zh-CN" sz="60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2pPr>
    <a:lvl3pPr marL="914400" lvl="2"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3pPr>
    <a:lvl4pPr marL="1371600" lvl="3"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4pPr>
    <a:lvl5pPr marL="1828800" lvl="4"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5pPr>
    <a:lvl6pPr marL="2286000" lvl="5"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6pPr>
    <a:lvl7pPr marL="2743200" lvl="6"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7pPr>
    <a:lvl8pPr marL="3200400" lvl="7"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8pPr>
    <a:lvl9pPr marL="3657600" lvl="8"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defTabSz="4508500"/>
            <a:fld id="{9A0DB2DC-4C9A-4742-B13C-FB6460FD3503}" type="slidenum">
              <a:rPr lang="en-AU" altLang="zh-CN" sz="6000" dirty="0"/>
            </a:fld>
            <a:endParaRPr lang="en-AU" altLang="zh-CN" sz="6000" dirty="0"/>
          </a:p>
        </p:txBody>
      </p:sp>
      <p:sp>
        <p:nvSpPr>
          <p:cNvPr id="27650" name="幻灯片图像占位符 27649"/>
          <p:cNvSpPr>
            <a:spLocks noGrp="1" noRot="1" noChangeAspect="1" noTextEdit="1"/>
          </p:cNvSpPr>
          <p:nvPr>
            <p:ph type="sldImg"/>
          </p:nvPr>
        </p:nvSpPr>
        <p:spPr>
          <a:xfrm>
            <a:off x="-2871788" y="3757613"/>
            <a:ext cx="37496751" cy="18748375"/>
          </a:xfrm>
        </p:spPr>
      </p:sp>
      <p:sp>
        <p:nvSpPr>
          <p:cNvPr id="27651" name="文本占位符 27650"/>
          <p:cNvSpPr>
            <a:spLocks noGrp="1"/>
          </p:cNvSpPr>
          <p:nvPr>
            <p:ph type="body" idx="1"/>
          </p:nvPr>
        </p:nvSpPr>
        <p:spPr/>
        <p:txBody>
          <a:bodyPr lIns="450028" tIns="225014" rIns="450028" bIns="225014"/>
          <a:lstStyle/>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486400" y="3591562"/>
            <a:ext cx="32918400" cy="7640320"/>
          </a:xfrm>
        </p:spPr>
        <p:txBody>
          <a:bodyPr anchor="b"/>
          <a:lstStyle>
            <a:lvl1pPr algn="ctr">
              <a:defRPr sz="19200"/>
            </a:lvl1pPr>
          </a:lstStyle>
          <a:p>
            <a:r>
              <a:rPr lang="zh-CN" altLang="en-US"/>
              <a:t>单击此处编辑母版标题样式</a:t>
            </a:r>
            <a:endParaRPr lang="zh-CN" altLang="en-US"/>
          </a:p>
        </p:txBody>
      </p:sp>
      <p:sp>
        <p:nvSpPr>
          <p:cNvPr id="3" name="副标题 2"/>
          <p:cNvSpPr>
            <a:spLocks noGrp="1"/>
          </p:cNvSpPr>
          <p:nvPr>
            <p:ph type="subTitle" idx="1"/>
          </p:nvPr>
        </p:nvSpPr>
        <p:spPr>
          <a:xfrm>
            <a:off x="5486400" y="11526522"/>
            <a:ext cx="329184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lvl="0" defTabSz="3415030"/>
            <a:endParaRPr lang="en-US"/>
          </a:p>
        </p:txBody>
      </p:sp>
      <p:sp>
        <p:nvSpPr>
          <p:cNvPr id="5" name="页脚占位符 4"/>
          <p:cNvSpPr>
            <a:spLocks noGrp="1"/>
          </p:cNvSpPr>
          <p:nvPr>
            <p:ph type="ftr" sz="quarter" idx="11"/>
          </p:nvPr>
        </p:nvSpPr>
        <p:spPr/>
        <p:txBody>
          <a:bodyPr/>
          <a:lstStyle/>
          <a:p>
            <a:pPr lvl="0" defTabSz="3415030"/>
            <a:endParaRPr lang="en-US"/>
          </a:p>
        </p:txBody>
      </p:sp>
      <p:sp>
        <p:nvSpPr>
          <p:cNvPr id="6" name="灯片编号占位符 5"/>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defTabSz="3415030"/>
            <a:endParaRPr lang="en-US"/>
          </a:p>
        </p:txBody>
      </p:sp>
      <p:sp>
        <p:nvSpPr>
          <p:cNvPr id="5" name="页脚占位符 4"/>
          <p:cNvSpPr>
            <a:spLocks noGrp="1"/>
          </p:cNvSpPr>
          <p:nvPr>
            <p:ph type="ftr" sz="quarter" idx="11"/>
          </p:nvPr>
        </p:nvSpPr>
        <p:spPr/>
        <p:txBody>
          <a:bodyPr/>
          <a:lstStyle/>
          <a:p>
            <a:pPr lvl="0" defTabSz="3415030"/>
            <a:endParaRPr lang="en-US"/>
          </a:p>
        </p:txBody>
      </p:sp>
      <p:sp>
        <p:nvSpPr>
          <p:cNvPr id="6" name="灯片编号占位符 5"/>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994660" y="5471162"/>
            <a:ext cx="37856160" cy="9128758"/>
          </a:xfrm>
        </p:spPr>
        <p:txBody>
          <a:bodyPr anchor="b"/>
          <a:lstStyle>
            <a:lvl1pPr>
              <a:defRPr sz="192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2994660" y="14686282"/>
            <a:ext cx="37856160" cy="4800598"/>
          </a:xfrm>
        </p:spPr>
        <p:txBody>
          <a:bodyPr/>
          <a:lstStyle>
            <a:lvl1pPr marL="0" indent="0">
              <a:buNone/>
              <a:defRPr sz="7680">
                <a:solidFill>
                  <a:schemeClr val="tx1">
                    <a:tint val="75000"/>
                  </a:schemeClr>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lvl="0" defTabSz="3415030"/>
            <a:endParaRPr lang="en-US"/>
          </a:p>
        </p:txBody>
      </p:sp>
      <p:sp>
        <p:nvSpPr>
          <p:cNvPr id="5" name="页脚占位符 4"/>
          <p:cNvSpPr>
            <a:spLocks noGrp="1"/>
          </p:cNvSpPr>
          <p:nvPr>
            <p:ph type="ftr" sz="quarter" idx="11"/>
          </p:nvPr>
        </p:nvSpPr>
        <p:spPr/>
        <p:txBody>
          <a:bodyPr/>
          <a:lstStyle/>
          <a:p>
            <a:pPr lvl="0" defTabSz="3415030"/>
            <a:endParaRPr lang="en-US"/>
          </a:p>
        </p:txBody>
      </p:sp>
      <p:sp>
        <p:nvSpPr>
          <p:cNvPr id="6" name="灯片编号占位符 5"/>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94063" y="6338888"/>
            <a:ext cx="18278507" cy="131683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22318631" y="6338888"/>
            <a:ext cx="18278507" cy="131683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defTabSz="3415030"/>
            <a:endParaRPr lang="en-US"/>
          </a:p>
        </p:txBody>
      </p:sp>
      <p:sp>
        <p:nvSpPr>
          <p:cNvPr id="6" name="页脚占位符 5"/>
          <p:cNvSpPr>
            <a:spLocks noGrp="1"/>
          </p:cNvSpPr>
          <p:nvPr>
            <p:ph type="ftr" sz="quarter" idx="11"/>
          </p:nvPr>
        </p:nvSpPr>
        <p:spPr/>
        <p:txBody>
          <a:bodyPr/>
          <a:lstStyle/>
          <a:p>
            <a:pPr lvl="0" defTabSz="3415030"/>
            <a:endParaRPr lang="en-US"/>
          </a:p>
        </p:txBody>
      </p:sp>
      <p:sp>
        <p:nvSpPr>
          <p:cNvPr id="7" name="灯片编号占位符 6"/>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023237" y="1168400"/>
            <a:ext cx="37856160" cy="4241802"/>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4272386" y="5691002"/>
            <a:ext cx="17544866" cy="2636518"/>
          </a:xfrm>
        </p:spPr>
        <p:txBody>
          <a:bodyPr anchor="ctr" anchorCtr="0"/>
          <a:lstStyle>
            <a:lvl1pPr marL="0" indent="0">
              <a:buNone/>
              <a:defRPr sz="8960"/>
            </a:lvl1pPr>
            <a:lvl2pPr marL="1463040" indent="0">
              <a:buNone/>
              <a:defRPr sz="7680"/>
            </a:lvl2pPr>
            <a:lvl3pPr marL="2926080" indent="0">
              <a:buNone/>
              <a:defRPr sz="6400"/>
            </a:lvl3pPr>
            <a:lvl4pPr marL="4389120" indent="0">
              <a:buNone/>
              <a:defRPr sz="5760"/>
            </a:lvl4pPr>
            <a:lvl5pPr marL="5852160" indent="0">
              <a:buNone/>
              <a:defRPr sz="5760"/>
            </a:lvl5pPr>
            <a:lvl6pPr marL="7315200" indent="0">
              <a:buNone/>
              <a:defRPr sz="5760"/>
            </a:lvl6pPr>
            <a:lvl7pPr marL="8778240" indent="0">
              <a:buNone/>
              <a:defRPr sz="5760"/>
            </a:lvl7pPr>
            <a:lvl8pPr marL="10241280" indent="0">
              <a:buNone/>
              <a:defRPr sz="5760"/>
            </a:lvl8pPr>
            <a:lvl9pPr marL="11704320" indent="0">
              <a:buNone/>
              <a:defRPr sz="576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272386" y="8529213"/>
            <a:ext cx="17544866" cy="1127770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22524977" y="5691002"/>
            <a:ext cx="17631274" cy="2636518"/>
          </a:xfrm>
        </p:spPr>
        <p:txBody>
          <a:bodyPr anchor="ctr" anchorCtr="0"/>
          <a:lstStyle>
            <a:lvl1pPr marL="0" indent="0">
              <a:buNone/>
              <a:defRPr sz="8960"/>
            </a:lvl1pPr>
            <a:lvl2pPr marL="1463040" indent="0">
              <a:buNone/>
              <a:defRPr sz="7680"/>
            </a:lvl2pPr>
            <a:lvl3pPr marL="2926080" indent="0">
              <a:buNone/>
              <a:defRPr sz="6400"/>
            </a:lvl3pPr>
            <a:lvl4pPr marL="4389120" indent="0">
              <a:buNone/>
              <a:defRPr sz="5760"/>
            </a:lvl4pPr>
            <a:lvl5pPr marL="5852160" indent="0">
              <a:buNone/>
              <a:defRPr sz="5760"/>
            </a:lvl5pPr>
            <a:lvl6pPr marL="7315200" indent="0">
              <a:buNone/>
              <a:defRPr sz="5760"/>
            </a:lvl6pPr>
            <a:lvl7pPr marL="8778240" indent="0">
              <a:buNone/>
              <a:defRPr sz="5760"/>
            </a:lvl7pPr>
            <a:lvl8pPr marL="10241280" indent="0">
              <a:buNone/>
              <a:defRPr sz="5760"/>
            </a:lvl8pPr>
            <a:lvl9pPr marL="11704320" indent="0">
              <a:buNone/>
              <a:defRPr sz="576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22524977" y="8529213"/>
            <a:ext cx="17631274" cy="1127770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lvl="0" defTabSz="3415030"/>
            <a:endParaRPr lang="en-US"/>
          </a:p>
        </p:txBody>
      </p:sp>
      <p:sp>
        <p:nvSpPr>
          <p:cNvPr id="8" name="页脚占位符 7"/>
          <p:cNvSpPr>
            <a:spLocks noGrp="1"/>
          </p:cNvSpPr>
          <p:nvPr>
            <p:ph type="ftr" sz="quarter" idx="11"/>
          </p:nvPr>
        </p:nvSpPr>
        <p:spPr/>
        <p:txBody>
          <a:bodyPr/>
          <a:lstStyle/>
          <a:p>
            <a:pPr lvl="0" defTabSz="3415030"/>
            <a:endParaRPr lang="en-US"/>
          </a:p>
        </p:txBody>
      </p:sp>
      <p:sp>
        <p:nvSpPr>
          <p:cNvPr id="9" name="灯片编号占位符 8"/>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lvl="0" defTabSz="3415030"/>
            <a:endParaRPr lang="en-US"/>
          </a:p>
        </p:txBody>
      </p:sp>
      <p:sp>
        <p:nvSpPr>
          <p:cNvPr id="4" name="页脚占位符 3"/>
          <p:cNvSpPr>
            <a:spLocks noGrp="1"/>
          </p:cNvSpPr>
          <p:nvPr>
            <p:ph type="ftr" sz="quarter" idx="11"/>
          </p:nvPr>
        </p:nvSpPr>
        <p:spPr/>
        <p:txBody>
          <a:bodyPr/>
          <a:lstStyle/>
          <a:p>
            <a:pPr lvl="0" defTabSz="3415030"/>
            <a:endParaRPr lang="en-US"/>
          </a:p>
        </p:txBody>
      </p:sp>
      <p:sp>
        <p:nvSpPr>
          <p:cNvPr id="5" name="灯片编号占位符 4"/>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defTabSz="3415030"/>
            <a:endParaRPr lang="en-US"/>
          </a:p>
        </p:txBody>
      </p:sp>
      <p:sp>
        <p:nvSpPr>
          <p:cNvPr id="3" name="页脚占位符 2"/>
          <p:cNvSpPr>
            <a:spLocks noGrp="1"/>
          </p:cNvSpPr>
          <p:nvPr>
            <p:ph type="ftr" sz="quarter" idx="11"/>
          </p:nvPr>
        </p:nvSpPr>
        <p:spPr/>
        <p:txBody>
          <a:bodyPr/>
          <a:lstStyle/>
          <a:p>
            <a:pPr lvl="0" defTabSz="3415030"/>
            <a:endParaRPr lang="en-US"/>
          </a:p>
        </p:txBody>
      </p:sp>
      <p:sp>
        <p:nvSpPr>
          <p:cNvPr id="4" name="灯片编号占位符 3"/>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023237" y="1463040"/>
            <a:ext cx="14156053" cy="5120640"/>
          </a:xfrm>
        </p:spPr>
        <p:txBody>
          <a:bodyPr anchor="b"/>
          <a:lstStyle>
            <a:lvl1pPr>
              <a:defRPr sz="10240"/>
            </a:lvl1pPr>
          </a:lstStyle>
          <a:p>
            <a:r>
              <a:rPr lang="zh-CN" altLang="en-US"/>
              <a:t>单击此处编辑母版标题样式</a:t>
            </a:r>
            <a:endParaRPr lang="zh-CN" altLang="en-US"/>
          </a:p>
        </p:txBody>
      </p:sp>
      <p:sp>
        <p:nvSpPr>
          <p:cNvPr id="3" name="内容占位符 2"/>
          <p:cNvSpPr>
            <a:spLocks noGrp="1"/>
          </p:cNvSpPr>
          <p:nvPr>
            <p:ph idx="1"/>
          </p:nvPr>
        </p:nvSpPr>
        <p:spPr>
          <a:xfrm>
            <a:off x="18659477" y="3159760"/>
            <a:ext cx="2221992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3023237" y="6583680"/>
            <a:ext cx="14156053"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defTabSz="3415030"/>
            <a:endParaRPr lang="en-US"/>
          </a:p>
        </p:txBody>
      </p:sp>
      <p:sp>
        <p:nvSpPr>
          <p:cNvPr id="6" name="页脚占位符 5"/>
          <p:cNvSpPr>
            <a:spLocks noGrp="1"/>
          </p:cNvSpPr>
          <p:nvPr>
            <p:ph type="ftr" sz="quarter" idx="11"/>
          </p:nvPr>
        </p:nvSpPr>
        <p:spPr/>
        <p:txBody>
          <a:bodyPr/>
          <a:lstStyle/>
          <a:p>
            <a:pPr lvl="0" defTabSz="3415030"/>
            <a:endParaRPr lang="en-US"/>
          </a:p>
        </p:txBody>
      </p:sp>
      <p:sp>
        <p:nvSpPr>
          <p:cNvPr id="7" name="灯片编号占位符 6"/>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023237" y="1463040"/>
            <a:ext cx="14995256" cy="5120640"/>
          </a:xfrm>
        </p:spPr>
        <p:txBody>
          <a:bodyPr anchor="b"/>
          <a:lstStyle>
            <a:lvl1pPr>
              <a:defRPr sz="10240"/>
            </a:lvl1pPr>
          </a:lstStyle>
          <a:p>
            <a:r>
              <a:rPr lang="zh-CN" altLang="en-US"/>
              <a:t>单击此处编辑母版标题样式</a:t>
            </a:r>
            <a:endParaRPr lang="zh-CN" altLang="en-US"/>
          </a:p>
        </p:txBody>
      </p:sp>
      <p:sp>
        <p:nvSpPr>
          <p:cNvPr id="3" name="图片占位符 2"/>
          <p:cNvSpPr>
            <a:spLocks noGrp="1"/>
          </p:cNvSpPr>
          <p:nvPr>
            <p:ph type="pic" idx="1"/>
          </p:nvPr>
        </p:nvSpPr>
        <p:spPr>
          <a:xfrm>
            <a:off x="18659477" y="1463043"/>
            <a:ext cx="22219920" cy="17292320"/>
          </a:xfrm>
        </p:spPr>
        <p:txBody>
          <a:bodyPr/>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endParaRPr lang="zh-CN" altLang="en-US"/>
          </a:p>
        </p:txBody>
      </p:sp>
      <p:sp>
        <p:nvSpPr>
          <p:cNvPr id="4" name="文本占位符 3"/>
          <p:cNvSpPr>
            <a:spLocks noGrp="1"/>
          </p:cNvSpPr>
          <p:nvPr>
            <p:ph type="body" sz="half" idx="2"/>
          </p:nvPr>
        </p:nvSpPr>
        <p:spPr>
          <a:xfrm>
            <a:off x="3023237" y="6583680"/>
            <a:ext cx="14995256" cy="12197082"/>
          </a:xfrm>
        </p:spPr>
        <p:txBody>
          <a:bodyPr/>
          <a:lstStyle>
            <a:lvl1pPr marL="0" indent="0">
              <a:buNone/>
              <a:defRPr sz="6400"/>
            </a:lvl1pPr>
            <a:lvl2pPr marL="1463040" indent="0">
              <a:buNone/>
              <a:defRPr sz="5760"/>
            </a:lvl2pPr>
            <a:lvl3pPr marL="2926080" indent="0">
              <a:buNone/>
              <a:defRPr sz="5120"/>
            </a:lvl3pPr>
            <a:lvl4pPr marL="4389120" indent="0">
              <a:buNone/>
              <a:defRPr sz="4480"/>
            </a:lvl4pPr>
            <a:lvl5pPr marL="5852160" indent="0">
              <a:buNone/>
              <a:defRPr sz="4480"/>
            </a:lvl5pPr>
            <a:lvl6pPr marL="7315200" indent="0">
              <a:buNone/>
              <a:defRPr sz="4480"/>
            </a:lvl6pPr>
            <a:lvl7pPr marL="8778240" indent="0">
              <a:buNone/>
              <a:defRPr sz="4480"/>
            </a:lvl7pPr>
            <a:lvl8pPr marL="10241280" indent="0">
              <a:buNone/>
              <a:defRPr sz="4480"/>
            </a:lvl8pPr>
            <a:lvl9pPr marL="11704320" indent="0">
              <a:buNone/>
              <a:defRPr sz="448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defTabSz="3415030"/>
            <a:endParaRPr lang="en-US"/>
          </a:p>
        </p:txBody>
      </p:sp>
      <p:sp>
        <p:nvSpPr>
          <p:cNvPr id="6" name="页脚占位符 5"/>
          <p:cNvSpPr>
            <a:spLocks noGrp="1"/>
          </p:cNvSpPr>
          <p:nvPr>
            <p:ph type="ftr" sz="quarter" idx="11"/>
          </p:nvPr>
        </p:nvSpPr>
        <p:spPr/>
        <p:txBody>
          <a:bodyPr/>
          <a:lstStyle/>
          <a:p>
            <a:pPr lvl="0" defTabSz="3415030"/>
            <a:endParaRPr lang="en-US"/>
          </a:p>
        </p:txBody>
      </p:sp>
      <p:sp>
        <p:nvSpPr>
          <p:cNvPr id="7" name="灯片编号占位符 6"/>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defTabSz="3415030"/>
            <a:endParaRPr lang="en-US"/>
          </a:p>
        </p:txBody>
      </p:sp>
      <p:sp>
        <p:nvSpPr>
          <p:cNvPr id="5" name="页脚占位符 4"/>
          <p:cNvSpPr>
            <a:spLocks noGrp="1"/>
          </p:cNvSpPr>
          <p:nvPr>
            <p:ph type="ftr" sz="quarter" idx="11"/>
          </p:nvPr>
        </p:nvSpPr>
        <p:spPr/>
        <p:txBody>
          <a:bodyPr/>
          <a:lstStyle/>
          <a:p>
            <a:pPr lvl="0" defTabSz="3415030"/>
            <a:endParaRPr lang="en-US"/>
          </a:p>
        </p:txBody>
      </p:sp>
      <p:sp>
        <p:nvSpPr>
          <p:cNvPr id="6" name="灯片编号占位符 5"/>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1271369" y="1951038"/>
            <a:ext cx="9325769" cy="175561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294063" y="1951038"/>
            <a:ext cx="27436682" cy="175561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defTabSz="3415030"/>
            <a:endParaRPr lang="en-US"/>
          </a:p>
        </p:txBody>
      </p:sp>
      <p:sp>
        <p:nvSpPr>
          <p:cNvPr id="5" name="页脚占位符 4"/>
          <p:cNvSpPr>
            <a:spLocks noGrp="1"/>
          </p:cNvSpPr>
          <p:nvPr>
            <p:ph type="ftr" sz="quarter" idx="11"/>
          </p:nvPr>
        </p:nvSpPr>
        <p:spPr/>
        <p:txBody>
          <a:bodyPr/>
          <a:lstStyle/>
          <a:p>
            <a:pPr lvl="0" defTabSz="3415030"/>
            <a:endParaRPr lang="en-US"/>
          </a:p>
        </p:txBody>
      </p:sp>
      <p:sp>
        <p:nvSpPr>
          <p:cNvPr id="6" name="灯片编号占位符 5"/>
          <p:cNvSpPr>
            <a:spLocks noGrp="1"/>
          </p:cNvSpPr>
          <p:nvPr>
            <p:ph type="sldNum" sz="quarter" idx="12"/>
          </p:nvPr>
        </p:nvSpPr>
        <p:spPr/>
        <p:txBody>
          <a:bodyPr/>
          <a:lstStyle/>
          <a:p>
            <a:pPr lvl="0" defTabSz="3415030"/>
            <a:fld id="{9A0DB2DC-4C9A-4742-B13C-FB6460FD3503}"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94B3">
                <a:gamma/>
                <a:tint val="0"/>
                <a:invGamma/>
              </a:srgbClr>
            </a:gs>
            <a:gs pos="100000">
              <a:srgbClr val="0094B3"/>
            </a:gs>
          </a:gsLst>
          <a:lin ang="5400000" scaled="1"/>
          <a:tileRect/>
        </a:gra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3294063" y="1951038"/>
            <a:ext cx="37303075" cy="3657600"/>
          </a:xfrm>
          <a:prstGeom prst="rect">
            <a:avLst/>
          </a:prstGeom>
          <a:noFill/>
          <a:ln w="9525">
            <a:noFill/>
          </a:ln>
        </p:spPr>
        <p:txBody>
          <a:bodyPr lIns="341351" tIns="170675" rIns="341351" bIns="170675" anchor="ctr" anchorCtr="0"/>
          <a:lstStyle/>
          <a:p>
            <a:pPr lvl="0"/>
            <a:r>
              <a:rPr lang="en-US" altLang="zh-CN" dirty="0"/>
              <a:t>Click to edit Master title style</a:t>
            </a:r>
            <a:endParaRPr lang="en-US" altLang="zh-CN" dirty="0"/>
          </a:p>
        </p:txBody>
      </p:sp>
      <p:sp>
        <p:nvSpPr>
          <p:cNvPr id="1027" name="文本占位符 1026"/>
          <p:cNvSpPr>
            <a:spLocks noGrp="1"/>
          </p:cNvSpPr>
          <p:nvPr>
            <p:ph type="body" idx="1"/>
          </p:nvPr>
        </p:nvSpPr>
        <p:spPr>
          <a:xfrm>
            <a:off x="3294063" y="6338888"/>
            <a:ext cx="37303075" cy="13168312"/>
          </a:xfrm>
          <a:prstGeom prst="rect">
            <a:avLst/>
          </a:prstGeom>
          <a:noFill/>
          <a:ln w="9525">
            <a:noFill/>
          </a:ln>
        </p:spPr>
        <p:txBody>
          <a:bodyPr lIns="341351" tIns="170675" rIns="341351" bIns="170675"/>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日期占位符 1027"/>
          <p:cNvSpPr>
            <a:spLocks noGrp="1"/>
          </p:cNvSpPr>
          <p:nvPr>
            <p:ph type="dt" sz="half" idx="2"/>
          </p:nvPr>
        </p:nvSpPr>
        <p:spPr>
          <a:xfrm>
            <a:off x="3294063" y="19996150"/>
            <a:ext cx="9144000" cy="1462088"/>
          </a:xfrm>
          <a:prstGeom prst="rect">
            <a:avLst/>
          </a:prstGeom>
          <a:noFill/>
          <a:ln w="9525">
            <a:noFill/>
          </a:ln>
        </p:spPr>
        <p:txBody>
          <a:bodyPr lIns="341351" tIns="170675" rIns="341351" bIns="170675"/>
          <a:lstStyle>
            <a:lvl1pPr>
              <a:defRPr sz="5300"/>
            </a:lvl1pPr>
          </a:lstStyle>
          <a:p>
            <a:pPr lvl="0" defTabSz="3415030"/>
            <a:endParaRPr lang="en-US"/>
          </a:p>
        </p:txBody>
      </p:sp>
      <p:sp>
        <p:nvSpPr>
          <p:cNvPr id="1029" name="页脚占位符 1028"/>
          <p:cNvSpPr>
            <a:spLocks noGrp="1"/>
          </p:cNvSpPr>
          <p:nvPr>
            <p:ph type="ftr" sz="quarter" idx="3"/>
          </p:nvPr>
        </p:nvSpPr>
        <p:spPr>
          <a:xfrm>
            <a:off x="14993938" y="19996150"/>
            <a:ext cx="13903325" cy="1462088"/>
          </a:xfrm>
          <a:prstGeom prst="rect">
            <a:avLst/>
          </a:prstGeom>
          <a:noFill/>
          <a:ln w="9525">
            <a:noFill/>
          </a:ln>
        </p:spPr>
        <p:txBody>
          <a:bodyPr lIns="341351" tIns="170675" rIns="341351" bIns="170675"/>
          <a:lstStyle>
            <a:lvl1pPr algn="ctr">
              <a:defRPr sz="5300"/>
            </a:lvl1pPr>
          </a:lstStyle>
          <a:p>
            <a:pPr lvl="0" defTabSz="3415030"/>
            <a:endParaRPr lang="en-US"/>
          </a:p>
        </p:txBody>
      </p:sp>
      <p:sp>
        <p:nvSpPr>
          <p:cNvPr id="1030" name="灯片编号占位符 1029"/>
          <p:cNvSpPr>
            <a:spLocks noGrp="1"/>
          </p:cNvSpPr>
          <p:nvPr>
            <p:ph type="sldNum" sz="quarter" idx="4"/>
          </p:nvPr>
        </p:nvSpPr>
        <p:spPr>
          <a:xfrm>
            <a:off x="31453138" y="19996150"/>
            <a:ext cx="9144000" cy="1462088"/>
          </a:xfrm>
          <a:prstGeom prst="rect">
            <a:avLst/>
          </a:prstGeom>
          <a:noFill/>
          <a:ln w="9525">
            <a:noFill/>
          </a:ln>
        </p:spPr>
        <p:txBody>
          <a:bodyPr lIns="341351" tIns="170675" rIns="341351" bIns="170675"/>
          <a:lstStyle>
            <a:lvl1pPr algn="r">
              <a:defRPr sz="5300"/>
            </a:lvl1pPr>
          </a:lstStyle>
          <a:p>
            <a:pPr lvl="0" defTabSz="3415030"/>
            <a:fld id="{9A0DB2DC-4C9A-4742-B13C-FB6460FD3503}"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3415030" rtl="0" eaLnBrk="0" fontAlgn="base" latinLnBrk="0" hangingPunct="0">
        <a:lnSpc>
          <a:spcPct val="100000"/>
        </a:lnSpc>
        <a:spcBef>
          <a:spcPct val="0"/>
        </a:spcBef>
        <a:spcAft>
          <a:spcPct val="0"/>
        </a:spcAft>
        <a:buNone/>
        <a:defRPr sz="16400" b="0" i="0" u="none" kern="1200" baseline="0">
          <a:solidFill>
            <a:schemeClr val="tx2"/>
          </a:solidFill>
          <a:latin typeface="+mj-lt"/>
          <a:ea typeface="+mj-ea"/>
          <a:cs typeface="+mj-cs"/>
        </a:defRPr>
      </a:lvl1pPr>
    </p:titleStyle>
    <p:bodyStyle>
      <a:lvl1pPr marL="1281430" lvl="0" indent="-1281430" algn="l" defTabSz="3415030" rtl="0" eaLnBrk="0" fontAlgn="base" latinLnBrk="0" hangingPunct="0">
        <a:lnSpc>
          <a:spcPct val="100000"/>
        </a:lnSpc>
        <a:spcBef>
          <a:spcPct val="20000"/>
        </a:spcBef>
        <a:spcAft>
          <a:spcPct val="0"/>
        </a:spcAft>
        <a:buChar char="•"/>
        <a:defRPr sz="11900" b="0" i="0" u="none" kern="1200" baseline="0">
          <a:solidFill>
            <a:schemeClr val="tx1"/>
          </a:solidFill>
          <a:latin typeface="+mn-lt"/>
          <a:ea typeface="+mn-ea"/>
          <a:cs typeface="+mn-cs"/>
        </a:defRPr>
      </a:lvl1pPr>
      <a:lvl2pPr marL="2774950" lvl="1" indent="-1066800" algn="l" defTabSz="3415030" rtl="0" eaLnBrk="0" fontAlgn="base" latinLnBrk="0" hangingPunct="0">
        <a:lnSpc>
          <a:spcPct val="100000"/>
        </a:lnSpc>
        <a:spcBef>
          <a:spcPct val="20000"/>
        </a:spcBef>
        <a:spcAft>
          <a:spcPct val="0"/>
        </a:spcAft>
        <a:buChar char="–"/>
        <a:defRPr sz="10500" b="0" i="0" u="none" kern="1200" baseline="0">
          <a:solidFill>
            <a:schemeClr val="tx1"/>
          </a:solidFill>
          <a:latin typeface="+mn-lt"/>
          <a:ea typeface="+mn-ea"/>
          <a:cs typeface="+mn-cs"/>
        </a:defRPr>
      </a:lvl2pPr>
      <a:lvl3pPr marL="4267200" lvl="2" indent="-852170" algn="l" defTabSz="3415030" rtl="0" eaLnBrk="0" fontAlgn="base" latinLnBrk="0" hangingPunct="0">
        <a:lnSpc>
          <a:spcPct val="100000"/>
        </a:lnSpc>
        <a:spcBef>
          <a:spcPct val="20000"/>
        </a:spcBef>
        <a:spcAft>
          <a:spcPct val="0"/>
        </a:spcAft>
        <a:buChar char="•"/>
        <a:defRPr sz="9000" b="0" i="0" u="none" kern="1200" baseline="0">
          <a:solidFill>
            <a:schemeClr val="tx1"/>
          </a:solidFill>
          <a:latin typeface="+mn-lt"/>
          <a:ea typeface="+mn-ea"/>
          <a:cs typeface="+mn-cs"/>
        </a:defRPr>
      </a:lvl3pPr>
      <a:lvl4pPr marL="5975350" lvl="3" indent="-855345" algn="l" defTabSz="3415030" rtl="0" eaLnBrk="0" fontAlgn="base" latinLnBrk="0" hangingPunct="0">
        <a:lnSpc>
          <a:spcPct val="100000"/>
        </a:lnSpc>
        <a:spcBef>
          <a:spcPct val="20000"/>
        </a:spcBef>
        <a:spcAft>
          <a:spcPct val="0"/>
        </a:spcAft>
        <a:buChar char="–"/>
        <a:defRPr sz="7500" b="0" i="0" u="none" kern="1200" baseline="0">
          <a:solidFill>
            <a:schemeClr val="tx1"/>
          </a:solidFill>
          <a:latin typeface="+mn-lt"/>
          <a:ea typeface="+mn-ea"/>
          <a:cs typeface="+mn-cs"/>
        </a:defRPr>
      </a:lvl4pPr>
      <a:lvl5pPr marL="7680325" lvl="4" indent="-852170" algn="l" defTabSz="3415030" rtl="0" eaLnBrk="0" fontAlgn="base" latinLnBrk="0" hangingPunct="0">
        <a:lnSpc>
          <a:spcPct val="100000"/>
        </a:lnSpc>
        <a:spcBef>
          <a:spcPct val="20000"/>
        </a:spcBef>
        <a:spcAft>
          <a:spcPct val="0"/>
        </a:spcAft>
        <a:buChar char="»"/>
        <a:defRPr sz="7500" b="0" i="0" u="none" kern="1200" baseline="0">
          <a:solidFill>
            <a:schemeClr val="tx1"/>
          </a:solidFill>
          <a:latin typeface="+mn-lt"/>
          <a:ea typeface="+mn-ea"/>
          <a:cs typeface="+mn-cs"/>
        </a:defRPr>
      </a:lvl5pPr>
      <a:lvl6pPr marL="2514600" lvl="5" indent="-228600" algn="l" defTabSz="3415030" rtl="0" eaLnBrk="0" fontAlgn="base" latinLnBrk="0" hangingPunct="0">
        <a:lnSpc>
          <a:spcPct val="100000"/>
        </a:lnSpc>
        <a:spcBef>
          <a:spcPct val="20000"/>
        </a:spcBef>
        <a:spcAft>
          <a:spcPct val="0"/>
        </a:spcAft>
        <a:buChar char="»"/>
        <a:defRPr sz="7500" b="0" i="0" u="none" kern="1200" baseline="0">
          <a:solidFill>
            <a:schemeClr val="tx1"/>
          </a:solidFill>
          <a:latin typeface="+mn-lt"/>
          <a:ea typeface="+mn-ea"/>
          <a:cs typeface="+mn-cs"/>
        </a:defRPr>
      </a:lvl6pPr>
      <a:lvl7pPr marL="2971800" lvl="6" indent="-228600" algn="l" defTabSz="3415030" rtl="0" eaLnBrk="0" fontAlgn="base" latinLnBrk="0" hangingPunct="0">
        <a:lnSpc>
          <a:spcPct val="100000"/>
        </a:lnSpc>
        <a:spcBef>
          <a:spcPct val="20000"/>
        </a:spcBef>
        <a:spcAft>
          <a:spcPct val="0"/>
        </a:spcAft>
        <a:buChar char="»"/>
        <a:defRPr sz="7500" b="0" i="0" u="none" kern="1200" baseline="0">
          <a:solidFill>
            <a:schemeClr val="tx1"/>
          </a:solidFill>
          <a:latin typeface="+mn-lt"/>
          <a:ea typeface="+mn-ea"/>
          <a:cs typeface="+mn-cs"/>
        </a:defRPr>
      </a:lvl7pPr>
      <a:lvl8pPr marL="3429000" lvl="7" indent="-228600" algn="l" defTabSz="3415030" rtl="0" eaLnBrk="0" fontAlgn="base" latinLnBrk="0" hangingPunct="0">
        <a:lnSpc>
          <a:spcPct val="100000"/>
        </a:lnSpc>
        <a:spcBef>
          <a:spcPct val="20000"/>
        </a:spcBef>
        <a:spcAft>
          <a:spcPct val="0"/>
        </a:spcAft>
        <a:buChar char="»"/>
        <a:defRPr sz="7500" b="0" i="0" u="none" kern="1200" baseline="0">
          <a:solidFill>
            <a:schemeClr val="tx1"/>
          </a:solidFill>
          <a:latin typeface="+mn-lt"/>
          <a:ea typeface="+mn-ea"/>
          <a:cs typeface="+mn-cs"/>
        </a:defRPr>
      </a:lvl8pPr>
      <a:lvl9pPr marL="3886200" lvl="8" indent="-228600" algn="l" defTabSz="3415030" rtl="0" eaLnBrk="0" fontAlgn="base" latinLnBrk="0" hangingPunct="0">
        <a:lnSpc>
          <a:spcPct val="100000"/>
        </a:lnSpc>
        <a:spcBef>
          <a:spcPct val="20000"/>
        </a:spcBef>
        <a:spcAft>
          <a:spcPct val="0"/>
        </a:spcAft>
        <a:buChar char="»"/>
        <a:defRPr sz="7500" b="0" i="0" u="none" kern="1200" baseline="0">
          <a:solidFill>
            <a:schemeClr val="tx1"/>
          </a:solidFill>
          <a:latin typeface="+mn-lt"/>
          <a:ea typeface="+mn-ea"/>
          <a:cs typeface="+mn-cs"/>
        </a:defRPr>
      </a:lvl9pPr>
    </p:bodyStyle>
    <p:other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6.wmf"/><Relationship Id="rId83" Type="http://schemas.openxmlformats.org/officeDocument/2006/relationships/notesSlide" Target="../notesSlides/notesSlide1.xml"/><Relationship Id="rId82" Type="http://schemas.openxmlformats.org/officeDocument/2006/relationships/vmlDrawing" Target="../drawings/vmlDrawing1.vml"/><Relationship Id="rId81" Type="http://schemas.openxmlformats.org/officeDocument/2006/relationships/slideLayout" Target="../slideLayouts/slideLayout7.xml"/><Relationship Id="rId80" Type="http://schemas.openxmlformats.org/officeDocument/2006/relationships/image" Target="../media/image45.wmf"/><Relationship Id="rId8" Type="http://schemas.openxmlformats.org/officeDocument/2006/relationships/oleObject" Target="../embeddings/oleObject2.bin"/><Relationship Id="rId79" Type="http://schemas.openxmlformats.org/officeDocument/2006/relationships/oleObject" Target="../embeddings/oleObject33.bin"/><Relationship Id="rId78" Type="http://schemas.openxmlformats.org/officeDocument/2006/relationships/image" Target="../media/image44.wmf"/><Relationship Id="rId77" Type="http://schemas.openxmlformats.org/officeDocument/2006/relationships/oleObject" Target="../embeddings/oleObject32.bin"/><Relationship Id="rId76" Type="http://schemas.openxmlformats.org/officeDocument/2006/relationships/image" Target="../media/image43.wmf"/><Relationship Id="rId75" Type="http://schemas.openxmlformats.org/officeDocument/2006/relationships/oleObject" Target="../embeddings/oleObject31.bin"/><Relationship Id="rId74" Type="http://schemas.openxmlformats.org/officeDocument/2006/relationships/oleObject" Target="../embeddings/oleObject30.bin"/><Relationship Id="rId73" Type="http://schemas.openxmlformats.org/officeDocument/2006/relationships/image" Target="../media/image42.wmf"/><Relationship Id="rId72" Type="http://schemas.openxmlformats.org/officeDocument/2006/relationships/oleObject" Target="../embeddings/oleObject29.bin"/><Relationship Id="rId71" Type="http://schemas.openxmlformats.org/officeDocument/2006/relationships/image" Target="../media/image41.wmf"/><Relationship Id="rId70" Type="http://schemas.openxmlformats.org/officeDocument/2006/relationships/oleObject" Target="../embeddings/oleObject28.bin"/><Relationship Id="rId7" Type="http://schemas.openxmlformats.org/officeDocument/2006/relationships/image" Target="../media/image5.wmf"/><Relationship Id="rId69" Type="http://schemas.openxmlformats.org/officeDocument/2006/relationships/image" Target="../media/image40.wmf"/><Relationship Id="rId68" Type="http://schemas.openxmlformats.org/officeDocument/2006/relationships/oleObject" Target="../embeddings/oleObject27.bin"/><Relationship Id="rId67" Type="http://schemas.openxmlformats.org/officeDocument/2006/relationships/image" Target="../media/image39.wmf"/><Relationship Id="rId66" Type="http://schemas.openxmlformats.org/officeDocument/2006/relationships/oleObject" Target="../embeddings/oleObject26.bin"/><Relationship Id="rId65" Type="http://schemas.openxmlformats.org/officeDocument/2006/relationships/image" Target="../media/image38.wmf"/><Relationship Id="rId64" Type="http://schemas.openxmlformats.org/officeDocument/2006/relationships/oleObject" Target="../embeddings/oleObject25.bin"/><Relationship Id="rId63" Type="http://schemas.openxmlformats.org/officeDocument/2006/relationships/image" Target="../media/image37.wmf"/><Relationship Id="rId62" Type="http://schemas.openxmlformats.org/officeDocument/2006/relationships/oleObject" Target="../embeddings/oleObject24.bin"/><Relationship Id="rId61" Type="http://schemas.openxmlformats.org/officeDocument/2006/relationships/image" Target="../media/image36.png"/><Relationship Id="rId60" Type="http://schemas.openxmlformats.org/officeDocument/2006/relationships/image" Target="../media/image35.png"/><Relationship Id="rId6" Type="http://schemas.openxmlformats.org/officeDocument/2006/relationships/oleObject" Target="../embeddings/oleObject1.bin"/><Relationship Id="rId59" Type="http://schemas.openxmlformats.org/officeDocument/2006/relationships/image" Target="../media/image34.png"/><Relationship Id="rId58" Type="http://schemas.openxmlformats.org/officeDocument/2006/relationships/tags" Target="../tags/tag2.xml"/><Relationship Id="rId57" Type="http://schemas.openxmlformats.org/officeDocument/2006/relationships/image" Target="../media/image33.png"/><Relationship Id="rId56" Type="http://schemas.openxmlformats.org/officeDocument/2006/relationships/image" Target="../media/image32.png"/><Relationship Id="rId55" Type="http://schemas.openxmlformats.org/officeDocument/2006/relationships/image" Target="../media/image31.wmf"/><Relationship Id="rId54" Type="http://schemas.openxmlformats.org/officeDocument/2006/relationships/oleObject" Target="../embeddings/oleObject23.bin"/><Relationship Id="rId53" Type="http://schemas.openxmlformats.org/officeDocument/2006/relationships/image" Target="../media/image30.wmf"/><Relationship Id="rId52" Type="http://schemas.openxmlformats.org/officeDocument/2006/relationships/oleObject" Target="../embeddings/oleObject22.bin"/><Relationship Id="rId51" Type="http://schemas.openxmlformats.org/officeDocument/2006/relationships/image" Target="../media/image29.wmf"/><Relationship Id="rId50" Type="http://schemas.openxmlformats.org/officeDocument/2006/relationships/oleObject" Target="../embeddings/oleObject21.bin"/><Relationship Id="rId5" Type="http://schemas.openxmlformats.org/officeDocument/2006/relationships/image" Target="../media/image4.png"/><Relationship Id="rId49" Type="http://schemas.openxmlformats.org/officeDocument/2006/relationships/oleObject" Target="../embeddings/oleObject20.bin"/><Relationship Id="rId48" Type="http://schemas.openxmlformats.org/officeDocument/2006/relationships/oleObject" Target="../embeddings/oleObject19.bin"/><Relationship Id="rId47" Type="http://schemas.openxmlformats.org/officeDocument/2006/relationships/image" Target="../media/image28.wmf"/><Relationship Id="rId46" Type="http://schemas.openxmlformats.org/officeDocument/2006/relationships/oleObject" Target="../embeddings/oleObject18.bin"/><Relationship Id="rId45" Type="http://schemas.openxmlformats.org/officeDocument/2006/relationships/image" Target="../media/image27.wmf"/><Relationship Id="rId44" Type="http://schemas.openxmlformats.org/officeDocument/2006/relationships/oleObject" Target="../embeddings/oleObject17.bin"/><Relationship Id="rId43" Type="http://schemas.openxmlformats.org/officeDocument/2006/relationships/image" Target="../media/image26.wmf"/><Relationship Id="rId42" Type="http://schemas.openxmlformats.org/officeDocument/2006/relationships/oleObject" Target="../embeddings/oleObject16.bin"/><Relationship Id="rId41" Type="http://schemas.openxmlformats.org/officeDocument/2006/relationships/image" Target="../media/image25.wmf"/><Relationship Id="rId40" Type="http://schemas.openxmlformats.org/officeDocument/2006/relationships/oleObject" Target="../embeddings/oleObject15.bin"/><Relationship Id="rId4" Type="http://schemas.openxmlformats.org/officeDocument/2006/relationships/image" Target="../media/image3.png"/><Relationship Id="rId39" Type="http://schemas.openxmlformats.org/officeDocument/2006/relationships/image" Target="../media/image24.wmf"/><Relationship Id="rId38" Type="http://schemas.openxmlformats.org/officeDocument/2006/relationships/oleObject" Target="../embeddings/oleObject14.bin"/><Relationship Id="rId37" Type="http://schemas.openxmlformats.org/officeDocument/2006/relationships/image" Target="../media/image23.png"/><Relationship Id="rId36" Type="http://schemas.openxmlformats.org/officeDocument/2006/relationships/oleObject" Target="../embeddings/oleObject13.bin"/><Relationship Id="rId35" Type="http://schemas.openxmlformats.org/officeDocument/2006/relationships/image" Target="../media/image22.wmf"/><Relationship Id="rId34" Type="http://schemas.openxmlformats.org/officeDocument/2006/relationships/oleObject" Target="../embeddings/oleObject12.bin"/><Relationship Id="rId33" Type="http://schemas.openxmlformats.org/officeDocument/2006/relationships/image" Target="../media/image21.wmf"/><Relationship Id="rId32" Type="http://schemas.openxmlformats.org/officeDocument/2006/relationships/oleObject" Target="../embeddings/oleObject11.bin"/><Relationship Id="rId31" Type="http://schemas.openxmlformats.org/officeDocument/2006/relationships/image" Target="../media/image20.wmf"/><Relationship Id="rId30" Type="http://schemas.openxmlformats.org/officeDocument/2006/relationships/oleObject" Target="../embeddings/oleObject10.bin"/><Relationship Id="rId3" Type="http://schemas.openxmlformats.org/officeDocument/2006/relationships/image" Target="../media/image2.png"/><Relationship Id="rId29" Type="http://schemas.openxmlformats.org/officeDocument/2006/relationships/image" Target="../media/image19.wmf"/><Relationship Id="rId28" Type="http://schemas.openxmlformats.org/officeDocument/2006/relationships/oleObject" Target="../embeddings/oleObject9.bin"/><Relationship Id="rId27" Type="http://schemas.openxmlformats.org/officeDocument/2006/relationships/image" Target="../media/image18.wmf"/><Relationship Id="rId26" Type="http://schemas.openxmlformats.org/officeDocument/2006/relationships/oleObject" Target="../embeddings/oleObject8.bin"/><Relationship Id="rId25" Type="http://schemas.openxmlformats.org/officeDocument/2006/relationships/image" Target="../media/image17.wmf"/><Relationship Id="rId24" Type="http://schemas.openxmlformats.org/officeDocument/2006/relationships/oleObject" Target="../embeddings/oleObject7.bin"/><Relationship Id="rId23" Type="http://schemas.openxmlformats.org/officeDocument/2006/relationships/image" Target="../media/image16.png"/><Relationship Id="rId22" Type="http://schemas.openxmlformats.org/officeDocument/2006/relationships/image" Target="../media/image15.png"/><Relationship Id="rId21" Type="http://schemas.openxmlformats.org/officeDocument/2006/relationships/image" Target="../media/image14.png"/><Relationship Id="rId20" Type="http://schemas.openxmlformats.org/officeDocument/2006/relationships/image" Target="../media/image13.png"/><Relationship Id="rId2" Type="http://schemas.openxmlformats.org/officeDocument/2006/relationships/image" Target="../media/image1.png"/><Relationship Id="rId19" Type="http://schemas.openxmlformats.org/officeDocument/2006/relationships/image" Target="../media/image12.wmf"/><Relationship Id="rId18" Type="http://schemas.openxmlformats.org/officeDocument/2006/relationships/oleObject" Target="../embeddings/oleObject6.bin"/><Relationship Id="rId17" Type="http://schemas.openxmlformats.org/officeDocument/2006/relationships/image" Target="../media/image11.wmf"/><Relationship Id="rId16" Type="http://schemas.openxmlformats.org/officeDocument/2006/relationships/oleObject" Target="../embeddings/oleObject5.bin"/><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8.wmf"/><Relationship Id="rId12" Type="http://schemas.openxmlformats.org/officeDocument/2006/relationships/oleObject" Target="../embeddings/oleObject4.bin"/><Relationship Id="rId11" Type="http://schemas.openxmlformats.org/officeDocument/2006/relationships/image" Target="../media/image7.wmf"/><Relationship Id="rId10" Type="http://schemas.openxmlformats.org/officeDocument/2006/relationships/oleObject" Target="../embeddings/oleObject3.bin"/><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17000">
              <a:srgbClr val="FFFFFF"/>
            </a:gs>
            <a:gs pos="100000">
              <a:srgbClr val="006699"/>
            </a:gs>
          </a:gsLst>
          <a:lin ang="5400000" scaled="0"/>
        </a:gradFill>
        <a:effectLst/>
      </p:bgPr>
    </p:bg>
    <p:spTree>
      <p:nvGrpSpPr>
        <p:cNvPr id="1" name=""/>
        <p:cNvGrpSpPr/>
        <p:nvPr/>
      </p:nvGrpSpPr>
      <p:grpSpPr>
        <a:xfrm>
          <a:off x="0" y="0"/>
          <a:ext cx="0" cy="0"/>
          <a:chOff x="0" y="0"/>
          <a:chExt cx="0" cy="0"/>
        </a:xfrm>
      </p:grpSpPr>
      <p:sp>
        <p:nvSpPr>
          <p:cNvPr id="25631" name="矩形 25630"/>
          <p:cNvSpPr/>
          <p:nvPr/>
        </p:nvSpPr>
        <p:spPr>
          <a:xfrm>
            <a:off x="32891730" y="6186170"/>
            <a:ext cx="10182225" cy="6252845"/>
          </a:xfrm>
          <a:prstGeom prst="rect">
            <a:avLst/>
          </a:prstGeom>
          <a:solidFill>
            <a:schemeClr val="bg1"/>
          </a:solidFill>
          <a:ln w="9525">
            <a:noFill/>
          </a:ln>
        </p:spPr>
        <p:txBody>
          <a:bodyPr lIns="287982" tIns="287982" rIns="287982" bIns="287982"/>
          <a:lstStyle/>
          <a:p>
            <a:pPr marL="457200" indent="-457200" defTabSz="732155">
              <a:spcBef>
                <a:spcPct val="50000"/>
              </a:spcBef>
              <a:buFont typeface="Wingdings" panose="05000000000000000000" charset="0"/>
              <a:buChar char="Ø"/>
            </a:pPr>
            <a:endParaRPr lang="en-US" altLang="zh-CN" sz="2800" dirty="0">
              <a:solidFill>
                <a:schemeClr val="tx1"/>
              </a:solidFill>
              <a:latin typeface="+mj-lt"/>
              <a:cs typeface="+mj-lt"/>
            </a:endParaRPr>
          </a:p>
          <a:p>
            <a:pPr marL="457200" indent="-457200" defTabSz="732155">
              <a:spcBef>
                <a:spcPct val="50000"/>
              </a:spcBef>
              <a:buFont typeface="Wingdings" panose="05000000000000000000" charset="0"/>
              <a:buChar char="Ø"/>
            </a:pPr>
            <a:r>
              <a:rPr lang="en-US" altLang="zh-CN" sz="2800" dirty="0">
                <a:solidFill>
                  <a:schemeClr val="tx1"/>
                </a:solidFill>
                <a:latin typeface="+mj-lt"/>
                <a:cs typeface="+mj-lt"/>
              </a:rPr>
              <a:t>Pressure dependence of various ordering transitions for the asymmetry blend</a:t>
            </a:r>
            <a:r>
              <a:rPr lang="en-US" altLang="zh-CN" sz="2900" b="1" dirty="0">
                <a:solidFill>
                  <a:schemeClr val="tx1"/>
                </a:solidFill>
                <a:latin typeface="+mj-lt"/>
                <a:cs typeface="+mj-lt"/>
              </a:rPr>
              <a:t> </a:t>
            </a:r>
            <a:endParaRPr lang="en-US" altLang="zh-CN" sz="2900" b="1" dirty="0">
              <a:solidFill>
                <a:schemeClr val="tx1"/>
              </a:solidFill>
              <a:latin typeface="+mj-lt"/>
              <a:cs typeface="+mj-lt"/>
            </a:endParaRPr>
          </a:p>
        </p:txBody>
      </p:sp>
      <p:sp>
        <p:nvSpPr>
          <p:cNvPr id="75" name="矩形 74"/>
          <p:cNvSpPr/>
          <p:nvPr/>
        </p:nvSpPr>
        <p:spPr>
          <a:xfrm>
            <a:off x="22251035" y="6172835"/>
            <a:ext cx="10182860" cy="14750415"/>
          </a:xfrm>
          <a:prstGeom prst="rect">
            <a:avLst/>
          </a:prstGeom>
          <a:solidFill>
            <a:schemeClr val="bg1"/>
          </a:solidFill>
          <a:ln w="9525">
            <a:noFill/>
          </a:ln>
        </p:spPr>
        <p:txBody>
          <a:bodyPr lIns="287982" tIns="287982" rIns="287982" bIns="287982"/>
          <a:lstStyle/>
          <a:p>
            <a:pPr defTabSz="732155">
              <a:spcBef>
                <a:spcPct val="50000"/>
              </a:spcBef>
            </a:pPr>
            <a:r>
              <a:rPr lang="en-GB" altLang="zh-CN" sz="3900" b="1" dirty="0">
                <a:solidFill>
                  <a:schemeClr val="tx1"/>
                </a:solidFill>
                <a:cs typeface="Times New Roman" panose="02020603050405020304" pitchFamily="18" charset="0"/>
              </a:rPr>
              <a:t>Results and Discussion</a:t>
            </a:r>
            <a:endParaRPr lang="en-GB" altLang="zh-CN" sz="3900" b="1" dirty="0">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Ø"/>
            </a:pPr>
            <a:r>
              <a:rPr lang="en-US" altLang="ko-KR" sz="2800" dirty="0">
                <a:solidFill>
                  <a:schemeClr val="tx1"/>
                </a:solidFill>
                <a:latin typeface="+mj-lt"/>
                <a:cs typeface="+mj-lt"/>
              </a:rPr>
              <a:t>Barotropic (Symmetries)</a:t>
            </a: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endParaRPr lang="en-US" altLang="ko-KR" sz="2800" dirty="0">
              <a:solidFill>
                <a:schemeClr val="tx1"/>
              </a:solidFill>
              <a:latin typeface="+mj-lt"/>
              <a:cs typeface="+mj-lt"/>
            </a:endParaRPr>
          </a:p>
          <a:p>
            <a:pPr marL="457200" indent="-457200" defTabSz="732155">
              <a:spcBef>
                <a:spcPct val="50000"/>
              </a:spcBef>
              <a:buFont typeface="Wingdings" panose="05000000000000000000" charset="0"/>
              <a:buChar char="Ø"/>
            </a:pPr>
            <a:r>
              <a:rPr lang="en-US" altLang="ko-KR" sz="2800" dirty="0">
                <a:solidFill>
                  <a:schemeClr val="tx1"/>
                </a:solidFill>
                <a:latin typeface="+mj-lt"/>
                <a:cs typeface="+mj-lt"/>
              </a:rPr>
              <a:t>Baroplastic (Asymmetries)</a:t>
            </a:r>
            <a:endParaRPr lang="en-US" altLang="ko-KR" sz="2800" dirty="0">
              <a:solidFill>
                <a:schemeClr val="tx1"/>
              </a:solidFill>
              <a:latin typeface="+mj-lt"/>
              <a:cs typeface="+mj-lt"/>
            </a:endParaRPr>
          </a:p>
        </p:txBody>
      </p:sp>
      <p:sp>
        <p:nvSpPr>
          <p:cNvPr id="25744" name="矩形 25743"/>
          <p:cNvSpPr/>
          <p:nvPr/>
        </p:nvSpPr>
        <p:spPr>
          <a:xfrm>
            <a:off x="11437620" y="6172200"/>
            <a:ext cx="10277475" cy="14803755"/>
          </a:xfrm>
          <a:prstGeom prst="rect">
            <a:avLst/>
          </a:prstGeom>
          <a:solidFill>
            <a:schemeClr val="bg1"/>
          </a:solidFill>
          <a:ln w="9525">
            <a:noFill/>
          </a:ln>
        </p:spPr>
        <p:txBody>
          <a:bodyPr lIns="287982" tIns="287982" rIns="287982" bIns="287982"/>
          <a:lstStyle/>
          <a:p>
            <a:pPr marL="457200" indent="-457200" defTabSz="732155">
              <a:spcBef>
                <a:spcPct val="50000"/>
              </a:spcBef>
              <a:buFont typeface="Wingdings" panose="05000000000000000000" charset="0"/>
              <a:buChar char="Ø"/>
            </a:pPr>
            <a:r>
              <a:rPr lang="en-US" altLang="en-AU" sz="2400">
                <a:solidFill>
                  <a:schemeClr val="tx1"/>
                </a:solidFill>
                <a:cs typeface="Times New Roman" panose="02020603050405020304" pitchFamily="18" charset="0"/>
              </a:rPr>
              <a:t>Complex coacervation</a:t>
            </a:r>
            <a:endParaRPr lang="en-US" altLang="en-AU" sz="2400">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3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3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3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3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3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3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3900" b="1">
              <a:solidFill>
                <a:schemeClr val="tx1"/>
              </a:solidFill>
              <a:cs typeface="Times New Roman" panose="02020603050405020304" pitchFamily="18" charset="0"/>
            </a:endParaRPr>
          </a:p>
          <a:p>
            <a:pPr defTabSz="732155">
              <a:spcBef>
                <a:spcPct val="50000"/>
              </a:spcBef>
              <a:buFont typeface="Wingdings" panose="05000000000000000000" charset="0"/>
            </a:pPr>
            <a:r>
              <a:rPr lang="en-US" altLang="en-AU" sz="3900" b="1">
                <a:solidFill>
                  <a:schemeClr val="tx1"/>
                </a:solidFill>
                <a:cs typeface="Times New Roman" panose="02020603050405020304" pitchFamily="18" charset="0"/>
              </a:rPr>
              <a:t>Theory</a:t>
            </a:r>
            <a:endParaRPr lang="en-US" altLang="en-AU" sz="3900" b="1">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n"/>
            </a:pPr>
            <a:r>
              <a:rPr lang="en-US" altLang="en-AU" sz="2900" b="1">
                <a:solidFill>
                  <a:schemeClr val="tx1"/>
                </a:solidFill>
                <a:cs typeface="Times New Roman" panose="02020603050405020304" pitchFamily="18" charset="0"/>
              </a:rPr>
              <a:t>Landau theory combined with Liquid State Theory</a:t>
            </a:r>
            <a:endParaRPr lang="en-US" altLang="en-AU" sz="2900" b="1">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Ø"/>
            </a:pPr>
            <a:r>
              <a:rPr lang="en-US" altLang="en-AU" sz="2400">
                <a:solidFill>
                  <a:schemeClr val="tx1"/>
                </a:solidFill>
                <a:cs typeface="Times New Roman" panose="02020603050405020304" pitchFamily="18" charset="0"/>
              </a:rPr>
              <a:t>Free E:</a:t>
            </a:r>
            <a:endParaRPr lang="en-US" altLang="en-AU" sz="2400">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Ø"/>
            </a:pPr>
            <a:r>
              <a:rPr lang="en-US" altLang="en-AU" sz="2400">
                <a:solidFill>
                  <a:schemeClr val="tx1"/>
                </a:solidFill>
                <a:cs typeface="Times New Roman" panose="02020603050405020304" pitchFamily="18" charset="0"/>
              </a:rPr>
              <a:t>Landau Free Energy:</a:t>
            </a:r>
            <a:endParaRPr lang="en-US" altLang="en-AU" sz="2400">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Ø"/>
            </a:pPr>
            <a:endParaRPr lang="en-US" altLang="en-AU" sz="2400">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Ø"/>
            </a:pPr>
            <a:endParaRPr lang="en-US" altLang="en-AU" sz="2400">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Ø"/>
            </a:pPr>
            <a:endParaRPr lang="en-US" altLang="en-AU" sz="2400">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Ø"/>
            </a:pPr>
            <a:endParaRPr lang="en-US" altLang="en-AU" sz="2400">
              <a:solidFill>
                <a:schemeClr val="tx1"/>
              </a:solidFill>
              <a:cs typeface="Times New Roman" panose="02020603050405020304" pitchFamily="18" charset="0"/>
            </a:endParaRPr>
          </a:p>
          <a:p>
            <a:pPr marL="457200" indent="-457200" defTabSz="732155">
              <a:spcBef>
                <a:spcPct val="50000"/>
              </a:spcBef>
              <a:buFont typeface="Wingdings" panose="05000000000000000000" charset="0"/>
              <a:buChar char="Ø"/>
            </a:pPr>
            <a:r>
              <a:rPr lang="en-US" altLang="en-AU" sz="2400">
                <a:solidFill>
                  <a:schemeClr val="tx1"/>
                </a:solidFill>
                <a:cs typeface="Times New Roman" panose="02020603050405020304" pitchFamily="18" charset="0"/>
              </a:rPr>
              <a:t>Model system: Hard-sphere</a:t>
            </a:r>
            <a:endParaRPr lang="en-US" altLang="en-AU" sz="2400">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defTabSz="732155">
              <a:spcBef>
                <a:spcPct val="50000"/>
              </a:spcBef>
              <a:buFont typeface="Wingdings" panose="05000000000000000000" charset="0"/>
            </a:pPr>
            <a:endParaRPr lang="en-US" altLang="en-AU" sz="2900" b="1">
              <a:solidFill>
                <a:schemeClr val="tx1"/>
              </a:solidFill>
              <a:cs typeface="Times New Roman" panose="02020603050405020304" pitchFamily="18" charset="0"/>
            </a:endParaRPr>
          </a:p>
          <a:p>
            <a:pPr marL="457200" indent="-457200" defTabSz="732155">
              <a:spcBef>
                <a:spcPct val="50000"/>
              </a:spcBef>
            </a:pPr>
            <a:endParaRPr lang="en-AU" altLang="zh-CN" sz="2900">
              <a:solidFill>
                <a:srgbClr val="006983"/>
              </a:solidFill>
              <a:latin typeface="Arial" panose="020B0604020202020204" pitchFamily="34" charset="0"/>
            </a:endParaRPr>
          </a:p>
          <a:p>
            <a:pPr marL="304800" indent="-304800" defTabSz="732155">
              <a:spcBef>
                <a:spcPct val="50000"/>
              </a:spcBef>
            </a:pPr>
            <a:endParaRPr lang="en-US" altLang="zh-CN" sz="2900">
              <a:solidFill>
                <a:srgbClr val="006983"/>
              </a:solidFill>
              <a:latin typeface="Arial" panose="020B0604020202020204" pitchFamily="34" charset="0"/>
            </a:endParaRPr>
          </a:p>
          <a:p>
            <a:pPr marL="304800" indent="-304800" defTabSz="732155">
              <a:spcBef>
                <a:spcPct val="50000"/>
              </a:spcBef>
            </a:pPr>
            <a:endParaRPr lang="en-US" altLang="zh-CN" sz="2900">
              <a:solidFill>
                <a:srgbClr val="006983"/>
              </a:solidFill>
              <a:latin typeface="Arial" panose="020B0604020202020204" pitchFamily="34" charset="0"/>
            </a:endParaRPr>
          </a:p>
          <a:p>
            <a:pPr marL="304800" indent="-304800" defTabSz="732155">
              <a:spcBef>
                <a:spcPct val="50000"/>
              </a:spcBef>
            </a:pPr>
            <a:endParaRPr lang="en-US" altLang="zh-CN" sz="2900">
              <a:solidFill>
                <a:srgbClr val="006983"/>
              </a:solidFill>
              <a:latin typeface="Arial" panose="020B0604020202020204" pitchFamily="34" charset="0"/>
            </a:endParaRPr>
          </a:p>
          <a:p>
            <a:pPr marL="304800" indent="-304800" defTabSz="732155">
              <a:spcBef>
                <a:spcPct val="50000"/>
              </a:spcBef>
            </a:pPr>
            <a:endParaRPr lang="en-US" altLang="zh-CN" sz="2900" b="1">
              <a:solidFill>
                <a:srgbClr val="006983"/>
              </a:solidFill>
              <a:latin typeface="Arial" panose="020B0604020202020204" pitchFamily="34" charset="0"/>
            </a:endParaRPr>
          </a:p>
          <a:p>
            <a:pPr defTabSz="732155">
              <a:spcBef>
                <a:spcPct val="50000"/>
              </a:spcBef>
              <a:buFont typeface="Wingdings" panose="05000000000000000000" charset="0"/>
            </a:pPr>
            <a:endParaRPr lang="en-US" altLang="zh-CN" sz="2900" b="1">
              <a:solidFill>
                <a:srgbClr val="006983"/>
              </a:solidFill>
              <a:latin typeface="Arial" panose="020B0604020202020204" pitchFamily="34" charset="0"/>
            </a:endParaRPr>
          </a:p>
        </p:txBody>
      </p:sp>
      <p:sp>
        <p:nvSpPr>
          <p:cNvPr id="25602" name="文本框 25601"/>
          <p:cNvSpPr txBox="1"/>
          <p:nvPr/>
        </p:nvSpPr>
        <p:spPr>
          <a:xfrm>
            <a:off x="3886200" y="228600"/>
            <a:ext cx="35506025" cy="3448685"/>
          </a:xfrm>
          <a:prstGeom prst="rect">
            <a:avLst/>
          </a:prstGeom>
          <a:noFill/>
          <a:ln w="9525">
            <a:noFill/>
          </a:ln>
        </p:spPr>
        <p:txBody>
          <a:bodyPr wrap="square" lIns="431973" tIns="431973" rIns="431973" bIns="431973">
            <a:spAutoFit/>
          </a:bodyPr>
          <a:lstStyle/>
          <a:p>
            <a:pPr algn="ctr" defTabSz="732155">
              <a:tabLst>
                <a:tab pos="4472305" algn="l"/>
              </a:tabLst>
            </a:pPr>
            <a:r>
              <a:rPr altLang="zh-CN" sz="8800" b="1" i="1">
                <a:solidFill>
                  <a:srgbClr val="3399CC"/>
                </a:solidFill>
              </a:rPr>
              <a:t> </a:t>
            </a:r>
            <a:r>
              <a:rPr altLang="zh-CN" sz="8800" b="1" i="1">
                <a:solidFill>
                  <a:srgbClr val="006699"/>
                </a:solidFill>
              </a:rPr>
              <a:t>  </a:t>
            </a:r>
            <a:r>
              <a:rPr altLang="zh-CN" sz="8000" b="1" i="1">
                <a:solidFill>
                  <a:srgbClr val="006699"/>
                </a:solidFill>
              </a:rPr>
              <a:t>Phase behaviors of a weakly charged stoichiometric polyanion/polycation blend with asymmetry in chain sizes and van der Waals interactions</a:t>
            </a:r>
            <a:endParaRPr altLang="zh-CN" sz="8000" b="1" i="1">
              <a:solidFill>
                <a:srgbClr val="006699"/>
              </a:solidFill>
            </a:endParaRPr>
          </a:p>
        </p:txBody>
      </p:sp>
      <p:sp>
        <p:nvSpPr>
          <p:cNvPr id="25604" name="文本框 25603"/>
          <p:cNvSpPr txBox="1"/>
          <p:nvPr/>
        </p:nvSpPr>
        <p:spPr>
          <a:xfrm>
            <a:off x="4939030" y="3089910"/>
            <a:ext cx="34998025" cy="2548890"/>
          </a:xfrm>
          <a:prstGeom prst="rect">
            <a:avLst/>
          </a:prstGeom>
          <a:noFill/>
          <a:ln w="9525">
            <a:noFill/>
          </a:ln>
        </p:spPr>
        <p:txBody>
          <a:bodyPr lIns="287982" tIns="287982" rIns="287982" bIns="287982"/>
          <a:lstStyle/>
          <a:p>
            <a:pPr algn="ctr" defTabSz="732155"/>
            <a:r>
              <a:rPr lang="en-GB" altLang="zh-CN" sz="4800" b="1">
                <a:solidFill>
                  <a:srgbClr val="006699"/>
                </a:solidFill>
                <a:latin typeface="Arial" panose="020B0604020202020204" pitchFamily="34" charset="0"/>
              </a:rPr>
              <a:t>Xinyue Zhang</a:t>
            </a:r>
            <a:r>
              <a:rPr lang="zh-CN" altLang="en-GB" sz="4800" b="1">
                <a:solidFill>
                  <a:srgbClr val="006699"/>
                </a:solidFill>
                <a:latin typeface="Arial" panose="020B0604020202020204" pitchFamily="34" charset="0"/>
                <a:ea typeface="宋体" panose="02010600030101010101" pitchFamily="2" charset="-122"/>
              </a:rPr>
              <a:t>，</a:t>
            </a:r>
            <a:r>
              <a:rPr lang="en-GB" altLang="zh-CN" sz="4800" b="1">
                <a:solidFill>
                  <a:srgbClr val="006699"/>
                </a:solidFill>
                <a:latin typeface="Arial" panose="020B0604020202020204" pitchFamily="34" charset="0"/>
              </a:rPr>
              <a:t>Mingge Zhao</a:t>
            </a:r>
            <a:r>
              <a:rPr lang="en-US" altLang="en-GB" sz="4800" b="1">
                <a:solidFill>
                  <a:srgbClr val="006699"/>
                </a:solidFill>
                <a:latin typeface="Arial" panose="020B0604020202020204" pitchFamily="34" charset="0"/>
              </a:rPr>
              <a:t>, </a:t>
            </a:r>
            <a:r>
              <a:rPr lang="en-GB" altLang="zh-CN" sz="4800" b="1">
                <a:solidFill>
                  <a:srgbClr val="006699"/>
                </a:solidFill>
                <a:latin typeface="Arial" panose="020B0604020202020204" pitchFamily="34" charset="0"/>
                <a:sym typeface="+mn-ea"/>
              </a:rPr>
              <a:t>Junhan Cho</a:t>
            </a:r>
            <a:endParaRPr lang="en-GB" altLang="zh-CN" sz="4800" b="1">
              <a:solidFill>
                <a:srgbClr val="006699"/>
              </a:solidFill>
              <a:latin typeface="Arial" panose="020B0604020202020204" pitchFamily="34" charset="0"/>
            </a:endParaRPr>
          </a:p>
          <a:p>
            <a:pPr algn="ctr" defTabSz="732155"/>
            <a:r>
              <a:rPr lang="en-GB" altLang="zh-CN" sz="4800">
                <a:solidFill>
                  <a:srgbClr val="006699"/>
                </a:solidFill>
                <a:latin typeface="Arial" panose="020B0604020202020204" pitchFamily="34" charset="0"/>
              </a:rPr>
              <a:t>* Department of Polymer Science and Engineering, Dankook University</a:t>
            </a:r>
            <a:endParaRPr lang="en-GB" altLang="zh-CN" sz="4800">
              <a:solidFill>
                <a:srgbClr val="006699"/>
              </a:solidFill>
              <a:latin typeface="Arial" panose="020B0604020202020204" pitchFamily="34" charset="0"/>
            </a:endParaRPr>
          </a:p>
          <a:p>
            <a:pPr algn="ctr" defTabSz="732155"/>
            <a:r>
              <a:rPr lang="en-GB" altLang="zh-CN" sz="4800">
                <a:solidFill>
                  <a:srgbClr val="006699"/>
                </a:solidFill>
                <a:latin typeface="Arial" panose="020B0604020202020204" pitchFamily="34" charset="0"/>
              </a:rPr>
              <a:t>*Correspondence: jhcho@dankook.ac.kr</a:t>
            </a:r>
            <a:endParaRPr lang="en-GB" altLang="zh-CN" sz="4800">
              <a:solidFill>
                <a:srgbClr val="006699"/>
              </a:solidFill>
              <a:latin typeface="Arial" panose="020B0604020202020204" pitchFamily="34" charset="0"/>
            </a:endParaRPr>
          </a:p>
        </p:txBody>
      </p:sp>
      <p:sp>
        <p:nvSpPr>
          <p:cNvPr id="25614" name="文本框 25613"/>
          <p:cNvSpPr txBox="1"/>
          <p:nvPr/>
        </p:nvSpPr>
        <p:spPr>
          <a:xfrm>
            <a:off x="33003490" y="18940780"/>
            <a:ext cx="8915400" cy="377825"/>
          </a:xfrm>
          <a:prstGeom prst="rect">
            <a:avLst/>
          </a:prstGeom>
          <a:noFill/>
          <a:ln w="9525">
            <a:noFill/>
          </a:ln>
        </p:spPr>
        <p:txBody>
          <a:bodyPr lIns="0" tIns="36573" rIns="0" bIns="36573">
            <a:spAutoFit/>
          </a:bodyPr>
          <a:lstStyle/>
          <a:p>
            <a:pPr defTabSz="732155">
              <a:spcBef>
                <a:spcPct val="50000"/>
              </a:spcBef>
            </a:pPr>
            <a:r>
              <a:rPr lang="en-AU" altLang="zh-CN" i="1">
                <a:solidFill>
                  <a:srgbClr val="006983"/>
                </a:solidFill>
                <a:latin typeface="Arial" panose="020B0604020202020204" pitchFamily="34" charset="0"/>
              </a:rPr>
              <a:t>Training Program Components</a:t>
            </a:r>
            <a:endParaRPr lang="en-AU" altLang="zh-CN" i="1">
              <a:solidFill>
                <a:srgbClr val="006983"/>
              </a:solidFill>
              <a:latin typeface="Arial" panose="020B0604020202020204" pitchFamily="34" charset="0"/>
            </a:endParaRPr>
          </a:p>
        </p:txBody>
      </p:sp>
      <p:sp>
        <p:nvSpPr>
          <p:cNvPr id="25660" name="文本框 25659"/>
          <p:cNvSpPr txBox="1"/>
          <p:nvPr/>
        </p:nvSpPr>
        <p:spPr>
          <a:xfrm>
            <a:off x="32766000" y="21073110"/>
            <a:ext cx="10434320" cy="872490"/>
          </a:xfrm>
          <a:prstGeom prst="rect">
            <a:avLst/>
          </a:prstGeom>
          <a:noFill/>
          <a:ln w="9525">
            <a:noFill/>
          </a:ln>
        </p:spPr>
        <p:txBody>
          <a:bodyPr wrap="square" lIns="73148" tIns="36573" rIns="73148" bIns="36573">
            <a:spAutoFit/>
          </a:bodyPr>
          <a:lstStyle/>
          <a:p>
            <a:pPr algn="ctr" defTabSz="732155">
              <a:spcBef>
                <a:spcPct val="50000"/>
              </a:spcBef>
            </a:pPr>
            <a:r>
              <a:rPr lang="en-US" altLang="zh-CN" sz="2600">
                <a:solidFill>
                  <a:schemeClr val="bg1"/>
                </a:solidFill>
                <a:latin typeface="Arial" panose="020B0604020202020204" pitchFamily="34" charset="0"/>
              </a:rPr>
              <a:t>Acknowledgment: National Research Foundation of Korea (Basic Science Research Program)  </a:t>
            </a:r>
            <a:endParaRPr lang="en-US" altLang="zh-CN" sz="2600">
              <a:solidFill>
                <a:schemeClr val="bg1"/>
              </a:solidFill>
              <a:latin typeface="Arial" panose="020B0604020202020204" pitchFamily="34" charset="0"/>
            </a:endParaRPr>
          </a:p>
        </p:txBody>
      </p:sp>
      <p:sp>
        <p:nvSpPr>
          <p:cNvPr id="25722" name="文本框 25721"/>
          <p:cNvSpPr txBox="1"/>
          <p:nvPr/>
        </p:nvSpPr>
        <p:spPr>
          <a:xfrm>
            <a:off x="762000" y="6170295"/>
            <a:ext cx="10269855" cy="9298305"/>
          </a:xfrm>
          <a:prstGeom prst="rect">
            <a:avLst/>
          </a:prstGeom>
          <a:solidFill>
            <a:schemeClr val="bg1"/>
          </a:solidFill>
          <a:ln w="9525">
            <a:noFill/>
          </a:ln>
        </p:spPr>
        <p:txBody>
          <a:bodyPr wrap="square" lIns="73148" tIns="36573" rIns="73148" bIns="36573">
            <a:noAutofit/>
          </a:bodyPr>
          <a:lstStyle/>
          <a:p>
            <a:pPr defTabSz="3762375" eaLnBrk="1" hangingPunct="1">
              <a:lnSpc>
                <a:spcPct val="110000"/>
              </a:lnSpc>
            </a:pPr>
            <a:r>
              <a:rPr lang="en-GB" altLang="zh-CN" sz="3900" b="1" dirty="0">
                <a:solidFill>
                  <a:schemeClr val="tx1"/>
                </a:solidFill>
                <a:latin typeface="+mn-ea"/>
                <a:cs typeface="+mn-ea"/>
              </a:rPr>
              <a:t>Abstract</a:t>
            </a:r>
            <a:endParaRPr lang="en-GB" altLang="zh-CN" sz="3900" b="1" dirty="0">
              <a:solidFill>
                <a:schemeClr val="tx1"/>
              </a:solidFill>
              <a:latin typeface="+mn-ea"/>
              <a:cs typeface="+mn-ea"/>
            </a:endParaRPr>
          </a:p>
          <a:p>
            <a:pPr algn="just" defTabSz="3762375" eaLnBrk="1" hangingPunct="1">
              <a:lnSpc>
                <a:spcPct val="0"/>
              </a:lnSpc>
            </a:pPr>
            <a:r>
              <a:rPr lang="en-US" altLang="zh-CN" sz="2900" dirty="0">
                <a:solidFill>
                  <a:schemeClr val="tx1"/>
                </a:solidFill>
                <a:latin typeface="+mn-ea"/>
                <a:cs typeface="+mn-ea"/>
              </a:rPr>
              <a:t> </a:t>
            </a:r>
            <a:endParaRPr lang="en-US" altLang="zh-CN" sz="2900" dirty="0">
              <a:solidFill>
                <a:schemeClr val="tx1"/>
              </a:solidFill>
              <a:latin typeface="+mn-ea"/>
              <a:cs typeface="+mn-ea"/>
            </a:endParaRPr>
          </a:p>
          <a:p>
            <a:pPr algn="just" defTabSz="3762375" eaLnBrk="1" hangingPunct="1">
              <a:lnSpc>
                <a:spcPct val="110000"/>
              </a:lnSpc>
            </a:pPr>
            <a:r>
              <a:rPr lang="en-US" altLang="zh-CN" sz="2900">
                <a:solidFill>
                  <a:schemeClr val="tx1"/>
                </a:solidFill>
                <a:latin typeface="+mn-lt"/>
                <a:cs typeface="+mn-lt"/>
              </a:rPr>
              <a:t>  </a:t>
            </a:r>
            <a:r>
              <a:rPr lang="en-US" altLang="zh-CN" sz="2800">
                <a:solidFill>
                  <a:schemeClr val="tx1"/>
                </a:solidFill>
                <a:latin typeface="+mn-lt"/>
                <a:cs typeface="+mn-lt"/>
              </a:rPr>
              <a:t>A study on the phase behaviors of a salt-free stoichiometric blend from weakly charged polyanions and polycations has been performed. A free energy functional for the blend is formulated as the sum of Gaussian contribution and effective interaction terms, whose local part is given by the excess equation of state for the blend and nonlocal part through Coulomb interactions. Then, the Landau free energy expansion is obtained as a series in component density fluctuations. Using the Landau energy, the blends with asymmetry in chain sizes and van der Waals interactions are probed at various charge fractions to analyze their nanoscopic phase separation due to global electroneutrality. The location of continuous transition and mesophase formation not only upon cooling but also upon heating are deeply investigated. In addition, the control of the equilibration of mesophases through pressurization is discussed in the viewpoint of designing stimuli-responsive structural materials from the polyelectrolyte blends.</a:t>
            </a:r>
            <a:endParaRPr lang="en-US" altLang="zh-CN" sz="2800">
              <a:solidFill>
                <a:schemeClr val="tx1"/>
              </a:solidFill>
              <a:latin typeface="+mn-lt"/>
              <a:cs typeface="+mn-lt"/>
            </a:endParaRPr>
          </a:p>
          <a:p>
            <a:pPr algn="just" defTabSz="3762375" eaLnBrk="1" hangingPunct="1">
              <a:lnSpc>
                <a:spcPct val="110000"/>
              </a:lnSpc>
            </a:pPr>
            <a:r>
              <a:rPr lang="en-US" altLang="zh-CN" sz="2400" dirty="0">
                <a:solidFill>
                  <a:schemeClr val="tx1"/>
                </a:solidFill>
                <a:latin typeface="+mn-lt"/>
                <a:cs typeface="+mn-lt"/>
              </a:rPr>
              <a:t>Keywords: Phase behavior ,Landau Energy , Weakly charged polyelectrolyte mixture</a:t>
            </a:r>
            <a:endParaRPr lang="en-US" altLang="zh-CN" sz="2400" dirty="0">
              <a:solidFill>
                <a:schemeClr val="tx1"/>
              </a:solidFill>
              <a:latin typeface="+mn-lt"/>
              <a:cs typeface="+mn-lt"/>
            </a:endParaRPr>
          </a:p>
          <a:p>
            <a:pPr algn="just" defTabSz="3762375" eaLnBrk="1" hangingPunct="1">
              <a:lnSpc>
                <a:spcPct val="60000"/>
              </a:lnSpc>
            </a:pPr>
            <a:endParaRPr lang="en-US" altLang="zh-CN" sz="2400" dirty="0">
              <a:solidFill>
                <a:schemeClr val="tx1"/>
              </a:solidFill>
              <a:latin typeface="+mn-lt"/>
              <a:cs typeface="+mn-lt"/>
            </a:endParaRPr>
          </a:p>
        </p:txBody>
      </p:sp>
      <p:sp>
        <p:nvSpPr>
          <p:cNvPr id="25723" name="文本框 25722"/>
          <p:cNvSpPr txBox="1"/>
          <p:nvPr/>
        </p:nvSpPr>
        <p:spPr>
          <a:xfrm>
            <a:off x="779145" y="15685770"/>
            <a:ext cx="10235565" cy="5290185"/>
          </a:xfrm>
          <a:prstGeom prst="rect">
            <a:avLst/>
          </a:prstGeom>
          <a:solidFill>
            <a:schemeClr val="bg1"/>
          </a:solidFill>
          <a:ln w="9525">
            <a:noFill/>
          </a:ln>
        </p:spPr>
        <p:txBody>
          <a:bodyPr wrap="square" lIns="73148" tIns="36573" rIns="73148" bIns="36573">
            <a:noAutofit/>
          </a:bodyPr>
          <a:lstStyle/>
          <a:p>
            <a:pPr defTabSz="3762375" eaLnBrk="1" hangingPunct="1">
              <a:lnSpc>
                <a:spcPct val="110000"/>
              </a:lnSpc>
            </a:pPr>
            <a:r>
              <a:rPr lang="en-GB" altLang="zh-CN" sz="3900" b="1">
                <a:solidFill>
                  <a:schemeClr val="tx1"/>
                </a:solidFill>
                <a:latin typeface="+mj-lt"/>
                <a:cs typeface="+mj-lt"/>
              </a:rPr>
              <a:t>Introduction</a:t>
            </a:r>
            <a:endParaRPr lang="en-GB" altLang="zh-CN" sz="3900" b="1">
              <a:solidFill>
                <a:schemeClr val="tx1"/>
              </a:solidFill>
              <a:latin typeface="+mj-lt"/>
              <a:cs typeface="+mj-lt"/>
            </a:endParaRPr>
          </a:p>
          <a:p>
            <a:pPr defTabSz="3762375" eaLnBrk="1" hangingPunct="1">
              <a:lnSpc>
                <a:spcPct val="30000"/>
              </a:lnSpc>
            </a:pPr>
            <a:endParaRPr lang="en-GB" altLang="zh-CN" sz="3900" b="1">
              <a:solidFill>
                <a:schemeClr val="tx1"/>
              </a:solidFill>
              <a:latin typeface="Arial" panose="020B0604020202020204" pitchFamily="34" charset="0"/>
            </a:endParaRPr>
          </a:p>
          <a:p>
            <a:pPr marL="457200" indent="-457200" defTabSz="3762375" eaLnBrk="1" hangingPunct="1">
              <a:lnSpc>
                <a:spcPct val="110000"/>
              </a:lnSpc>
              <a:buFont typeface="Wingdings" panose="05000000000000000000" charset="0"/>
              <a:buChar char="n"/>
            </a:pPr>
            <a:r>
              <a:rPr lang="en-US" altLang="zh-CN" sz="2900" b="1">
                <a:solidFill>
                  <a:schemeClr val="tx1"/>
                </a:solidFill>
                <a:latin typeface="+mj-lt"/>
                <a:cs typeface="+mj-lt"/>
              </a:rPr>
              <a:t>Complex Coacervation of polyelectrolytes</a:t>
            </a:r>
            <a:endParaRPr lang="en-US" altLang="zh-CN" sz="2900" b="1">
              <a:solidFill>
                <a:schemeClr val="tx1"/>
              </a:solidFill>
              <a:latin typeface="+mj-lt"/>
              <a:cs typeface="+mj-lt"/>
            </a:endParaRPr>
          </a:p>
          <a:p>
            <a:pPr marL="457200" indent="-457200" defTabSz="3762375" eaLnBrk="1" hangingPunct="1">
              <a:lnSpc>
                <a:spcPct val="110000"/>
              </a:lnSpc>
              <a:buFont typeface="Wingdings" panose="05000000000000000000" charset="0"/>
              <a:buChar char="Ø"/>
            </a:pPr>
            <a:r>
              <a:rPr lang="en-US" altLang="zh-CN" sz="2400">
                <a:solidFill>
                  <a:schemeClr val="tx1"/>
                </a:solidFill>
                <a:latin typeface="+mj-lt"/>
                <a:cs typeface="+mj-lt"/>
              </a:rPr>
              <a:t>Polyelectrolytes</a:t>
            </a:r>
            <a:endParaRPr lang="en-US" altLang="zh-CN" sz="2800">
              <a:solidFill>
                <a:schemeClr val="tx1"/>
              </a:solidFill>
              <a:latin typeface="+mj-lt"/>
              <a:cs typeface="+mj-lt"/>
            </a:endParaRPr>
          </a:p>
          <a:p>
            <a:pPr defTabSz="3762375" eaLnBrk="1" hangingPunct="1">
              <a:lnSpc>
                <a:spcPct val="60000"/>
              </a:lnSpc>
            </a:pPr>
            <a:endParaRPr lang="en-US" altLang="zh-CN" sz="2900" b="1">
              <a:solidFill>
                <a:schemeClr val="tx1"/>
              </a:solidFill>
              <a:latin typeface="+mj-lt"/>
              <a:cs typeface="+mj-lt"/>
            </a:endParaRPr>
          </a:p>
          <a:p>
            <a:pPr defTabSz="3762375" eaLnBrk="1" hangingPunct="1">
              <a:lnSpc>
                <a:spcPct val="110000"/>
              </a:lnSpc>
            </a:pPr>
            <a:endParaRPr lang="en-US" altLang="zh-CN" sz="2900">
              <a:solidFill>
                <a:srgbClr val="006983"/>
              </a:solidFill>
              <a:latin typeface="Arial" panose="020B0604020202020204" pitchFamily="34" charset="0"/>
            </a:endParaRPr>
          </a:p>
          <a:p>
            <a:pPr defTabSz="3762375" eaLnBrk="1" hangingPunct="1">
              <a:lnSpc>
                <a:spcPct val="110000"/>
              </a:lnSpc>
            </a:pPr>
            <a:endParaRPr lang="en-US" altLang="zh-CN" sz="2900">
              <a:solidFill>
                <a:srgbClr val="006983"/>
              </a:solidFill>
              <a:latin typeface="Arial" panose="020B0604020202020204" pitchFamily="34" charset="0"/>
            </a:endParaRPr>
          </a:p>
          <a:p>
            <a:pPr defTabSz="3762375" eaLnBrk="1" hangingPunct="1">
              <a:lnSpc>
                <a:spcPct val="110000"/>
              </a:lnSpc>
            </a:pPr>
            <a:endParaRPr lang="en-US" altLang="zh-CN" sz="2900">
              <a:solidFill>
                <a:srgbClr val="006983"/>
              </a:solidFill>
              <a:latin typeface="Arial" panose="020B0604020202020204" pitchFamily="34" charset="0"/>
            </a:endParaRPr>
          </a:p>
          <a:p>
            <a:pPr defTabSz="3762375" eaLnBrk="1" hangingPunct="1">
              <a:lnSpc>
                <a:spcPct val="110000"/>
              </a:lnSpc>
            </a:pPr>
            <a:endParaRPr lang="en-US" altLang="zh-CN" sz="2900">
              <a:solidFill>
                <a:srgbClr val="006983"/>
              </a:solidFill>
              <a:latin typeface="Arial" panose="020B0604020202020204" pitchFamily="34" charset="0"/>
            </a:endParaRPr>
          </a:p>
          <a:p>
            <a:pPr defTabSz="3762375" eaLnBrk="1" hangingPunct="1">
              <a:lnSpc>
                <a:spcPct val="110000"/>
              </a:lnSpc>
            </a:pPr>
            <a:endParaRPr lang="en-US" altLang="zh-CN" sz="2900">
              <a:solidFill>
                <a:srgbClr val="006983"/>
              </a:solidFill>
              <a:latin typeface="Arial" panose="020B0604020202020204" pitchFamily="34" charset="0"/>
            </a:endParaRPr>
          </a:p>
        </p:txBody>
      </p:sp>
      <p:sp>
        <p:nvSpPr>
          <p:cNvPr id="25750" name="矩形 25749"/>
          <p:cNvSpPr/>
          <p:nvPr/>
        </p:nvSpPr>
        <p:spPr>
          <a:xfrm>
            <a:off x="32918400" y="12698095"/>
            <a:ext cx="10210165" cy="8240395"/>
          </a:xfrm>
          <a:prstGeom prst="rect">
            <a:avLst/>
          </a:prstGeom>
          <a:solidFill>
            <a:schemeClr val="bg1"/>
          </a:solidFill>
          <a:ln w="9525">
            <a:noFill/>
          </a:ln>
        </p:spPr>
        <p:txBody>
          <a:bodyPr lIns="287982" tIns="287982" rIns="287982" bIns="287982"/>
          <a:lstStyle/>
          <a:p>
            <a:pPr algn="just" defTabSz="4704080">
              <a:spcBef>
                <a:spcPct val="50000"/>
              </a:spcBef>
              <a:buFont typeface="Arial" panose="020B0604020202020204" pitchFamily="34" charset="0"/>
            </a:pPr>
            <a:r>
              <a:rPr lang="en-US" sz="3900">
                <a:ea typeface="Batang" panose="02030600000101010101" charset="-127"/>
                <a:sym typeface="+mn-ea"/>
              </a:rPr>
              <a:t>Conclusion</a:t>
            </a:r>
            <a:endParaRPr sz="3900">
              <a:ea typeface="Batang" panose="02030600000101010101" charset="-127"/>
              <a:sym typeface="+mn-ea"/>
            </a:endParaRPr>
          </a:p>
          <a:p>
            <a:pPr marL="285750" indent="-285750" algn="just" defTabSz="4704080">
              <a:spcBef>
                <a:spcPct val="50000"/>
              </a:spcBef>
              <a:buFont typeface="Arial" panose="020B0604020202020204" pitchFamily="34" charset="0"/>
              <a:buChar char="•"/>
            </a:pPr>
            <a:r>
              <a:rPr sz="2800">
                <a:ea typeface="Batang" panose="02030600000101010101" charset="-127"/>
                <a:sym typeface="+mn-ea"/>
              </a:rPr>
              <a:t>Based on the theory of integral equations for hard-sphere chains with Coulombic interactions, Landau free energy can be obtained for </a:t>
            </a:r>
            <a:r>
              <a:rPr sz="2800">
                <a:solidFill>
                  <a:srgbClr val="FF0000"/>
                </a:solidFill>
                <a:ea typeface="Batang" panose="02030600000101010101" charset="-127"/>
                <a:sym typeface="+mn-ea"/>
              </a:rPr>
              <a:t>weakly charged PA/PC blends</a:t>
            </a:r>
            <a:r>
              <a:rPr sz="2800">
                <a:ea typeface="Batang" panose="02030600000101010101" charset="-127"/>
                <a:sym typeface="+mn-ea"/>
              </a:rPr>
              <a:t>. The</a:t>
            </a:r>
            <a:r>
              <a:rPr sz="2800">
                <a:solidFill>
                  <a:srgbClr val="FF0000"/>
                </a:solidFill>
                <a:ea typeface="Batang" panose="02030600000101010101" charset="-127"/>
                <a:sym typeface="+mn-ea"/>
              </a:rPr>
              <a:t> excluded volume and connectivity</a:t>
            </a:r>
            <a:r>
              <a:rPr sz="2800">
                <a:ea typeface="Batang" panose="02030600000101010101" charset="-127"/>
                <a:sym typeface="+mn-ea"/>
              </a:rPr>
              <a:t> of charged chains in the system are taken into account.</a:t>
            </a:r>
            <a:endParaRPr sz="2800">
              <a:ea typeface="Batang" panose="02030600000101010101" charset="-127"/>
              <a:sym typeface="+mn-ea"/>
            </a:endParaRPr>
          </a:p>
          <a:p>
            <a:pPr marL="285750" indent="-285750" algn="just" defTabSz="4704080">
              <a:spcBef>
                <a:spcPct val="50000"/>
              </a:spcBef>
              <a:buFont typeface="Arial" panose="020B0604020202020204" pitchFamily="34" charset="0"/>
              <a:buChar char="•"/>
            </a:pPr>
            <a:r>
              <a:rPr sz="2800">
                <a:latin typeface="+mn-lt"/>
                <a:ea typeface="Batang" panose="02030600000101010101" charset="-127"/>
                <a:cs typeface="+mn-lt"/>
                <a:sym typeface="+mn-ea"/>
              </a:rPr>
              <a:t>We analyzed the effect of the charge ratio on the phase behavior of polymer electrolyte mixtures. It was found that the order of </a:t>
            </a:r>
            <a:r>
              <a:rPr sz="2800">
                <a:solidFill>
                  <a:srgbClr val="FF0000"/>
                </a:solidFill>
                <a:latin typeface="+mn-lt"/>
                <a:ea typeface="Batang" panose="02030600000101010101" charset="-127"/>
                <a:cs typeface="+mn-lt"/>
                <a:sym typeface="+mn-ea"/>
              </a:rPr>
              <a:t>phase separation is similar to that of block copolymers</a:t>
            </a:r>
            <a:r>
              <a:rPr sz="2800">
                <a:latin typeface="+mn-lt"/>
                <a:ea typeface="Batang" panose="02030600000101010101" charset="-127"/>
                <a:cs typeface="+mn-lt"/>
                <a:sym typeface="+mn-ea"/>
              </a:rPr>
              <a:t>.</a:t>
            </a:r>
            <a:endParaRPr sz="2800">
              <a:latin typeface="+mn-lt"/>
              <a:ea typeface="Batang" panose="02030600000101010101" charset="-127"/>
              <a:cs typeface="+mn-lt"/>
              <a:sym typeface="+mn-ea"/>
            </a:endParaRPr>
          </a:p>
          <a:p>
            <a:pPr marL="285750" indent="-285750" algn="just" defTabSz="4704080">
              <a:spcBef>
                <a:spcPct val="50000"/>
              </a:spcBef>
              <a:buFont typeface="Arial" panose="020B0604020202020204" pitchFamily="34" charset="0"/>
              <a:buChar char="•"/>
            </a:pPr>
            <a:r>
              <a:rPr sz="2800">
                <a:ea typeface="Batang" panose="02030600000101010101" charset="-127"/>
                <a:sym typeface="+mn-ea"/>
              </a:rPr>
              <a:t>Blends exhibit continuous transitions or critical points (CPs) at a certain composition </a:t>
            </a:r>
            <a:r>
              <a:rPr lang="en-US" sz="2800">
                <a:ea typeface="Batang" panose="02030600000101010101" charset="-127"/>
                <a:sym typeface="+mn-ea"/>
              </a:rPr>
              <a:t> </a:t>
            </a:r>
            <a:r>
              <a:rPr sz="2800">
                <a:ea typeface="Batang" panose="02030600000101010101" charset="-127"/>
                <a:sym typeface="+mn-ea"/>
              </a:rPr>
              <a:t> </a:t>
            </a:r>
            <a:r>
              <a:rPr lang="en-US" sz="2800">
                <a:ea typeface="Batang" panose="02030600000101010101" charset="-127"/>
                <a:sym typeface="+mn-ea"/>
              </a:rPr>
              <a:t> </a:t>
            </a:r>
            <a:r>
              <a:rPr sz="2800">
                <a:ea typeface="Batang" panose="02030600000101010101" charset="-127"/>
                <a:sym typeface="+mn-ea"/>
              </a:rPr>
              <a:t>due to differences in chain sizes or varying self-dispersion interactions between PA and PC, which results in an asymmetrical distribution.</a:t>
            </a:r>
            <a:endParaRPr sz="2800">
              <a:ea typeface="Batang" panose="02030600000101010101" charset="-127"/>
              <a:sym typeface="+mn-ea"/>
            </a:endParaRPr>
          </a:p>
          <a:p>
            <a:pPr marL="285750" indent="-285750" algn="just" defTabSz="4704080">
              <a:spcBef>
                <a:spcPct val="50000"/>
              </a:spcBef>
              <a:buFont typeface="Arial" panose="020B0604020202020204" pitchFamily="34" charset="0"/>
              <a:buChar char="•"/>
            </a:pPr>
            <a:r>
              <a:rPr sz="2800">
                <a:ea typeface="Batang" panose="02030600000101010101" charset="-127"/>
                <a:sym typeface="+mn-ea"/>
              </a:rPr>
              <a:t>The discovery creates opportunities to produce functional materials with desired properties using polymer blends with weak charges.</a:t>
            </a:r>
            <a:endParaRPr sz="2800">
              <a:ea typeface="Batang" panose="02030600000101010101" charset="-127"/>
              <a:sym typeface="+mn-ea"/>
            </a:endParaRPr>
          </a:p>
        </p:txBody>
      </p:sp>
      <p:pic>
        <p:nvPicPr>
          <p:cNvPr id="5" name="Picture 10"/>
          <p:cNvPicPr>
            <a:picLocks noChangeAspect="1" noChangeArrowheads="1"/>
          </p:cNvPicPr>
          <p:nvPr>
            <p:custDataLst>
              <p:tags r:id="rId1"/>
            </p:custDataLst>
          </p:nvPr>
        </p:nvPicPr>
        <p:blipFill>
          <a:blip r:embed="rId2" cstate="print"/>
          <a:srcRect/>
          <a:stretch>
            <a:fillRect/>
          </a:stretch>
        </p:blipFill>
        <p:spPr bwMode="auto">
          <a:xfrm>
            <a:off x="990600" y="1548130"/>
            <a:ext cx="3499485" cy="110363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387" name="Picture 1363" descr="C:\Users\Administrator\Desktop\qwq.PNG"/>
          <p:cNvPicPr>
            <a:picLocks noChangeAspect="1" noChangeArrowheads="1"/>
          </p:cNvPicPr>
          <p:nvPr/>
        </p:nvPicPr>
        <p:blipFill>
          <a:blip r:embed="rId3" cstate="print"/>
          <a:srcRect/>
          <a:stretch>
            <a:fillRect/>
          </a:stretch>
        </p:blipFill>
        <p:spPr bwMode="auto">
          <a:xfrm>
            <a:off x="990600" y="228600"/>
            <a:ext cx="3394075" cy="1151890"/>
          </a:xfrm>
          <a:prstGeom prst="rect">
            <a:avLst/>
          </a:prstGeom>
          <a:noFill/>
        </p:spPr>
      </p:pic>
      <p:grpSp>
        <p:nvGrpSpPr>
          <p:cNvPr id="70" name="组合 69"/>
          <p:cNvGrpSpPr/>
          <p:nvPr/>
        </p:nvGrpSpPr>
        <p:grpSpPr>
          <a:xfrm>
            <a:off x="12546330" y="20010755"/>
            <a:ext cx="2488565" cy="980914"/>
            <a:chOff x="31271" y="18960"/>
            <a:chExt cx="5657" cy="2222"/>
          </a:xfrm>
        </p:grpSpPr>
        <p:grpSp>
          <p:nvGrpSpPr>
            <p:cNvPr id="45" name="组合 44"/>
            <p:cNvGrpSpPr/>
            <p:nvPr/>
          </p:nvGrpSpPr>
          <p:grpSpPr>
            <a:xfrm>
              <a:off x="31271" y="18960"/>
              <a:ext cx="5657" cy="2222"/>
              <a:chOff x="11053" y="2156"/>
              <a:chExt cx="5657" cy="2222"/>
            </a:xfrm>
          </p:grpSpPr>
          <p:sp>
            <p:nvSpPr>
              <p:cNvPr id="32" name="椭圆 31"/>
              <p:cNvSpPr/>
              <p:nvPr/>
            </p:nvSpPr>
            <p:spPr>
              <a:xfrm>
                <a:off x="12157" y="2156"/>
                <a:ext cx="1247" cy="1202"/>
              </a:xfrm>
              <a:prstGeom prst="ellipse">
                <a:avLst/>
              </a:prstGeom>
              <a:noFill/>
              <a:ln>
                <a:solidFill>
                  <a:schemeClr val="tx1"/>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4383" y="2261"/>
                <a:ext cx="1247" cy="1202"/>
              </a:xfrm>
              <a:prstGeom prst="ellipse">
                <a:avLst/>
              </a:prstGeom>
              <a:noFill/>
              <a:ln>
                <a:solidFill>
                  <a:schemeClr val="tx1"/>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5403" y="2947"/>
                <a:ext cx="1247" cy="1202"/>
              </a:xfrm>
              <a:prstGeom prst="ellipse">
                <a:avLst/>
              </a:prstGeom>
              <a:noFill/>
              <a:ln>
                <a:solidFill>
                  <a:schemeClr val="tx1"/>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11053" y="2723"/>
                <a:ext cx="1247" cy="1202"/>
              </a:xfrm>
              <a:prstGeom prst="ellipse">
                <a:avLst/>
              </a:prstGeom>
              <a:noFill/>
              <a:ln>
                <a:solidFill>
                  <a:schemeClr val="tx1"/>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solidFill>
                    <a:schemeClr val="tx1"/>
                  </a:solidFill>
                </a:endParaRPr>
              </a:p>
            </p:txBody>
          </p:sp>
          <p:sp>
            <p:nvSpPr>
              <p:cNvPr id="37" name="椭圆 36"/>
              <p:cNvSpPr/>
              <p:nvPr/>
            </p:nvSpPr>
            <p:spPr>
              <a:xfrm>
                <a:off x="13252" y="2737"/>
                <a:ext cx="1247" cy="1202"/>
              </a:xfrm>
              <a:prstGeom prst="ellipse">
                <a:avLst/>
              </a:prstGeom>
              <a:noFill/>
              <a:ln>
                <a:solidFill>
                  <a:schemeClr val="tx1"/>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箭头连接符 37"/>
              <p:cNvCxnSpPr/>
              <p:nvPr/>
            </p:nvCxnSpPr>
            <p:spPr>
              <a:xfrm flipV="1">
                <a:off x="11731" y="2758"/>
                <a:ext cx="1068" cy="564"/>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cxnSp>
            <p:nvCxnSpPr>
              <p:cNvPr id="39" name="直接箭头连接符 38"/>
              <p:cNvCxnSpPr/>
              <p:nvPr/>
            </p:nvCxnSpPr>
            <p:spPr>
              <a:xfrm flipH="1" flipV="1">
                <a:off x="12769" y="2808"/>
                <a:ext cx="1128" cy="544"/>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cxnSp>
            <p:nvCxnSpPr>
              <p:cNvPr id="40" name="直接箭头连接符 39"/>
              <p:cNvCxnSpPr/>
              <p:nvPr/>
            </p:nvCxnSpPr>
            <p:spPr>
              <a:xfrm flipH="1">
                <a:off x="14006" y="2877"/>
                <a:ext cx="1028" cy="48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cxnSp>
            <p:nvCxnSpPr>
              <p:cNvPr id="41" name="直接箭头连接符 40"/>
              <p:cNvCxnSpPr/>
              <p:nvPr/>
            </p:nvCxnSpPr>
            <p:spPr>
              <a:xfrm flipH="1" flipV="1">
                <a:off x="15133" y="2946"/>
                <a:ext cx="900" cy="653"/>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3" name="文本框 42"/>
              <p:cNvSpPr txBox="1"/>
              <p:nvPr/>
            </p:nvSpPr>
            <p:spPr>
              <a:xfrm>
                <a:off x="16136" y="3196"/>
                <a:ext cx="574" cy="1182"/>
              </a:xfrm>
              <a:prstGeom prst="rect">
                <a:avLst/>
              </a:prstGeom>
              <a:noFill/>
            </p:spPr>
            <p:txBody>
              <a:bodyPr wrap="square" rtlCol="0">
                <a:spAutoFit/>
              </a:bodyPr>
              <a:lstStyle/>
              <a:p>
                <a:r>
                  <a:rPr lang="en-US" altLang="zh-CN" sz="2800"/>
                  <a:t>+</a:t>
                </a:r>
                <a:endParaRPr lang="en-US" altLang="zh-CN" sz="2800"/>
              </a:p>
            </p:txBody>
          </p:sp>
        </p:grpSp>
        <p:sp>
          <p:nvSpPr>
            <p:cNvPr id="54" name="文本框 53"/>
            <p:cNvSpPr txBox="1"/>
            <p:nvPr/>
          </p:nvSpPr>
          <p:spPr>
            <a:xfrm>
              <a:off x="31271" y="19907"/>
              <a:ext cx="4638" cy="1043"/>
            </a:xfrm>
            <a:prstGeom prst="rect">
              <a:avLst/>
            </a:prstGeom>
            <a:noFill/>
          </p:spPr>
          <p:txBody>
            <a:bodyPr wrap="square" rtlCol="0">
              <a:spAutoFit/>
            </a:bodyPr>
            <a:lstStyle/>
            <a:p>
              <a:r>
                <a:rPr lang="en-US" altLang="zh-CN" sz="2400"/>
                <a:t>-</a:t>
              </a:r>
              <a:endParaRPr lang="en-US" altLang="zh-CN" sz="2400"/>
            </a:p>
          </p:txBody>
        </p:sp>
      </p:grpSp>
      <p:sp>
        <p:nvSpPr>
          <p:cNvPr id="87" name="圆角矩形 86"/>
          <p:cNvSpPr/>
          <p:nvPr/>
        </p:nvSpPr>
        <p:spPr>
          <a:xfrm>
            <a:off x="16090265" y="20040600"/>
            <a:ext cx="4785360" cy="63119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41"/>
          <p:cNvPicPr>
            <a:picLocks noChangeAspect="1"/>
          </p:cNvPicPr>
          <p:nvPr/>
        </p:nvPicPr>
        <p:blipFill>
          <a:blip r:embed="rId4"/>
          <a:stretch>
            <a:fillRect/>
          </a:stretch>
        </p:blipFill>
        <p:spPr>
          <a:xfrm>
            <a:off x="40233600" y="304800"/>
            <a:ext cx="2933065" cy="2933065"/>
          </a:xfrm>
          <a:prstGeom prst="rect">
            <a:avLst/>
          </a:prstGeom>
        </p:spPr>
      </p:pic>
      <p:sp>
        <p:nvSpPr>
          <p:cNvPr id="48" name="文本框 47"/>
          <p:cNvSpPr txBox="1"/>
          <p:nvPr/>
        </p:nvSpPr>
        <p:spPr>
          <a:xfrm>
            <a:off x="11702415" y="10515600"/>
            <a:ext cx="4375150" cy="277495"/>
          </a:xfrm>
          <a:prstGeom prst="rect">
            <a:avLst/>
          </a:prstGeom>
          <a:noFill/>
          <a:ln w="9525">
            <a:noFill/>
          </a:ln>
        </p:spPr>
        <p:txBody>
          <a:bodyPr wrap="square" lIns="62805" tIns="31402" rIns="62805" bIns="31402">
            <a:spAutoFit/>
          </a:bodyPr>
          <a:p>
            <a:pPr algn="l" defTabSz="4704080">
              <a:spcBef>
                <a:spcPct val="50000"/>
              </a:spcBef>
            </a:pPr>
            <a:r>
              <a:rPr lang="en-US" altLang="zh-CN" sz="1400">
                <a:ea typeface="Batang" panose="02030600000101010101" charset="-127"/>
                <a:cs typeface="Arial" panose="020B0604020202020204" pitchFamily="34" charset="0"/>
              </a:rPr>
              <a:t>Li, Lu, et al.  Macromolecules 51.8 (2018): 2988-2995.</a:t>
            </a:r>
            <a:endParaRPr lang="en-US" altLang="zh-CN" sz="1400">
              <a:ea typeface="Batang" panose="02030600000101010101" charset="-127"/>
              <a:cs typeface="Arial" panose="020B0604020202020204" pitchFamily="34" charset="0"/>
            </a:endParaRPr>
          </a:p>
        </p:txBody>
      </p:sp>
      <p:sp>
        <p:nvSpPr>
          <p:cNvPr id="69" name="文本框 68"/>
          <p:cNvSpPr txBox="1"/>
          <p:nvPr/>
        </p:nvSpPr>
        <p:spPr>
          <a:xfrm>
            <a:off x="16192500" y="7924800"/>
            <a:ext cx="5492750" cy="1976120"/>
          </a:xfrm>
          <a:prstGeom prst="rect">
            <a:avLst/>
          </a:prstGeom>
          <a:noFill/>
        </p:spPr>
        <p:txBody>
          <a:bodyPr wrap="square" rtlCol="0">
            <a:noAutofit/>
          </a:bodyPr>
          <a:p>
            <a:pPr algn="just"/>
            <a:r>
              <a:rPr lang="en-US" sz="1600" dirty="0">
                <a:ea typeface="Batang" panose="02030600000101010101" charset="-127"/>
              </a:rPr>
              <a:t>A</a:t>
            </a:r>
            <a:r>
              <a:rPr sz="1600" dirty="0">
                <a:ea typeface="Batang" panose="02030600000101010101" charset="-127"/>
              </a:rPr>
              <a:t> polymer electrolyte with </a:t>
            </a:r>
            <a:r>
              <a:rPr sz="1600" dirty="0">
                <a:solidFill>
                  <a:srgbClr val="FF0000"/>
                </a:solidFill>
                <a:ea typeface="Batang" panose="02030600000101010101" charset="-127"/>
              </a:rPr>
              <a:t>opposite charges</a:t>
            </a:r>
            <a:r>
              <a:rPr sz="1600" dirty="0">
                <a:ea typeface="Batang" panose="02030600000101010101" charset="-127"/>
              </a:rPr>
              <a:t> can undergo phase separation, resulting in the formation of a polymer complex with a high polymer density </a:t>
            </a:r>
            <a:r>
              <a:rPr sz="1600" dirty="0">
                <a:solidFill>
                  <a:srgbClr val="FF0000"/>
                </a:solidFill>
                <a:ea typeface="Batang" panose="02030600000101010101" charset="-127"/>
              </a:rPr>
              <a:t>coacervate phase</a:t>
            </a:r>
            <a:r>
              <a:rPr sz="1600" dirty="0">
                <a:ea typeface="Batang" panose="02030600000101010101" charset="-127"/>
              </a:rPr>
              <a:t> coexisting with a polymer-dilute </a:t>
            </a:r>
            <a:r>
              <a:rPr sz="1600" dirty="0">
                <a:solidFill>
                  <a:srgbClr val="FF0000"/>
                </a:solidFill>
                <a:ea typeface="Batang" panose="02030600000101010101" charset="-127"/>
              </a:rPr>
              <a:t>supernatant phase</a:t>
            </a:r>
            <a:r>
              <a:rPr sz="1600" dirty="0">
                <a:ea typeface="Batang" panose="02030600000101010101" charset="-127"/>
              </a:rPr>
              <a:t>. The separation is induced by the electrostatic attraction between polyanions (PA) and polycations (PC). Contrary to popular belief, </a:t>
            </a:r>
            <a:r>
              <a:rPr sz="1600" dirty="0">
                <a:solidFill>
                  <a:srgbClr val="FF0000"/>
                </a:solidFill>
                <a:ea typeface="Batang" panose="02030600000101010101" charset="-127"/>
              </a:rPr>
              <a:t>salt ions</a:t>
            </a:r>
            <a:r>
              <a:rPr sz="1600" dirty="0">
                <a:ea typeface="Batang" panose="02030600000101010101" charset="-127"/>
              </a:rPr>
              <a:t> are preferentially distributed </a:t>
            </a:r>
            <a:r>
              <a:rPr sz="1600" dirty="0">
                <a:solidFill>
                  <a:srgbClr val="FF0000"/>
                </a:solidFill>
                <a:ea typeface="Batang" panose="02030600000101010101" charset="-127"/>
              </a:rPr>
              <a:t>in the supernatant phase</a:t>
            </a:r>
            <a:r>
              <a:rPr sz="1600" dirty="0">
                <a:ea typeface="Batang" panose="02030600000101010101" charset="-127"/>
              </a:rPr>
              <a:t>, and the slope of the tie line between the two phases is typically negative.</a:t>
            </a:r>
            <a:endParaRPr sz="1600" dirty="0">
              <a:ea typeface="Batang" panose="02030600000101010101" charset="-127"/>
            </a:endParaRPr>
          </a:p>
        </p:txBody>
      </p:sp>
      <p:sp>
        <p:nvSpPr>
          <p:cNvPr id="73" name="文本框 72"/>
          <p:cNvSpPr txBox="1"/>
          <p:nvPr/>
        </p:nvSpPr>
        <p:spPr>
          <a:xfrm>
            <a:off x="16337280" y="11734800"/>
            <a:ext cx="5302250" cy="829945"/>
          </a:xfrm>
          <a:prstGeom prst="rect">
            <a:avLst/>
          </a:prstGeom>
          <a:noFill/>
        </p:spPr>
        <p:txBody>
          <a:bodyPr wrap="square" rtlCol="0">
            <a:spAutoFit/>
          </a:bodyPr>
          <a:p>
            <a:pPr algn="just"/>
            <a:r>
              <a:rPr sz="1600">
                <a:latin typeface="+mn-lt"/>
                <a:ea typeface="Batang" panose="02030600000101010101" charset="-127"/>
                <a:cs typeface="+mn-lt"/>
              </a:rPr>
              <a:t>The </a:t>
            </a:r>
            <a:r>
              <a:rPr sz="1600">
                <a:solidFill>
                  <a:srgbClr val="FF0000"/>
                </a:solidFill>
                <a:latin typeface="+mn-lt"/>
                <a:ea typeface="Batang" panose="02030600000101010101" charset="-127"/>
                <a:cs typeface="+mn-lt"/>
              </a:rPr>
              <a:t>connectivity</a:t>
            </a:r>
            <a:r>
              <a:rPr sz="1600">
                <a:latin typeface="+mn-lt"/>
                <a:ea typeface="Batang" panose="02030600000101010101" charset="-127"/>
                <a:cs typeface="+mn-lt"/>
              </a:rPr>
              <a:t> of chains and the </a:t>
            </a:r>
            <a:r>
              <a:rPr sz="1600">
                <a:solidFill>
                  <a:srgbClr val="FF0000"/>
                </a:solidFill>
                <a:latin typeface="+mn-lt"/>
                <a:ea typeface="Batang" panose="02030600000101010101" charset="-127"/>
                <a:cs typeface="+mn-lt"/>
              </a:rPr>
              <a:t>excluded volume</a:t>
            </a:r>
            <a:r>
              <a:rPr sz="1600">
                <a:latin typeface="+mn-lt"/>
                <a:ea typeface="Batang" panose="02030600000101010101" charset="-127"/>
                <a:cs typeface="+mn-lt"/>
              </a:rPr>
              <a:t> are fundamental elements that accurately describe the phase behavior of polymer electrolyte solutions in all theories.</a:t>
            </a:r>
            <a:endParaRPr sz="1600">
              <a:latin typeface="+mn-lt"/>
              <a:ea typeface="Batang" panose="02030600000101010101" charset="-127"/>
              <a:cs typeface="+mn-lt"/>
            </a:endParaRPr>
          </a:p>
        </p:txBody>
      </p:sp>
      <p:pic>
        <p:nvPicPr>
          <p:cNvPr id="88" name="图片 87"/>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12273915" y="10854055"/>
            <a:ext cx="3204210" cy="1947545"/>
          </a:xfrm>
          <a:prstGeom prst="rect">
            <a:avLst/>
          </a:prstGeom>
        </p:spPr>
      </p:pic>
      <p:sp>
        <p:nvSpPr>
          <p:cNvPr id="89" name="文本框 88"/>
          <p:cNvSpPr txBox="1"/>
          <p:nvPr/>
        </p:nvSpPr>
        <p:spPr>
          <a:xfrm>
            <a:off x="11589385" y="12801600"/>
            <a:ext cx="5205095" cy="521970"/>
          </a:xfrm>
          <a:prstGeom prst="rect">
            <a:avLst/>
          </a:prstGeom>
          <a:noFill/>
        </p:spPr>
        <p:txBody>
          <a:bodyPr wrap="square" rtlCol="0">
            <a:spAutoFit/>
          </a:bodyPr>
          <a:p>
            <a:pPr algn="l"/>
            <a:r>
              <a:rPr lang="zh-CN" altLang="en-US" sz="1400"/>
              <a:t>Overbeek, J. Th G., and M. J. Voorn. Journal of Cellular and Comparative Physiology 49.S1 (1957): 7- 26</a:t>
            </a:r>
            <a:endParaRPr lang="zh-CN" altLang="en-US" sz="1400"/>
          </a:p>
        </p:txBody>
      </p:sp>
      <p:sp>
        <p:nvSpPr>
          <p:cNvPr id="92" name="下箭头 91"/>
          <p:cNvSpPr/>
          <p:nvPr/>
        </p:nvSpPr>
        <p:spPr>
          <a:xfrm rot="16200000">
            <a:off x="12407265" y="18401030"/>
            <a:ext cx="540385" cy="619125"/>
          </a:xfrm>
          <a:prstGeom prst="downArrow">
            <a:avLst/>
          </a:prstGeom>
          <a:gradFill>
            <a:gsLst>
              <a:gs pos="0">
                <a:srgbClr val="14CD68"/>
              </a:gs>
              <a:gs pos="100000">
                <a:srgbClr val="035C7D"/>
              </a:gs>
            </a:gsLst>
            <a:lin ang="5400000" scaled="0"/>
          </a:gra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 name="下箭头 96"/>
          <p:cNvSpPr/>
          <p:nvPr/>
        </p:nvSpPr>
        <p:spPr>
          <a:xfrm>
            <a:off x="18553430" y="10210165"/>
            <a:ext cx="304800" cy="381000"/>
          </a:xfrm>
          <a:prstGeom prst="downArrow">
            <a:avLst/>
          </a:prstGeom>
          <a:gradFill>
            <a:gsLst>
              <a:gs pos="0">
                <a:srgbClr val="14CD68"/>
              </a:gs>
              <a:gs pos="100000">
                <a:srgbClr val="035C7D"/>
              </a:gs>
            </a:gsLst>
            <a:lin ang="5400000" scaled="0"/>
          </a:gra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 name="文本框 101"/>
          <p:cNvSpPr txBox="1"/>
          <p:nvPr/>
        </p:nvSpPr>
        <p:spPr>
          <a:xfrm>
            <a:off x="16764000" y="10607675"/>
            <a:ext cx="4431030" cy="583565"/>
          </a:xfrm>
          <a:prstGeom prst="rect">
            <a:avLst/>
          </a:prstGeom>
          <a:noFill/>
        </p:spPr>
        <p:txBody>
          <a:bodyPr wrap="square" rtlCol="0">
            <a:spAutoFit/>
          </a:bodyPr>
          <a:p>
            <a:r>
              <a:rPr lang="zh-CN" altLang="en-US" sz="1600">
                <a:ea typeface="Batang" panose="02030600000101010101" charset="-127"/>
              </a:rPr>
              <a:t>The missing excess chemical potential prevents us from accurately predicting it using VO theory.</a:t>
            </a:r>
            <a:endParaRPr lang="zh-CN" altLang="en-US" sz="1600">
              <a:ea typeface="Batang" panose="02030600000101010101" charset="-127"/>
            </a:endParaRPr>
          </a:p>
        </p:txBody>
      </p:sp>
      <p:sp>
        <p:nvSpPr>
          <p:cNvPr id="108" name="下箭头 107"/>
          <p:cNvSpPr/>
          <p:nvPr/>
        </p:nvSpPr>
        <p:spPr>
          <a:xfrm>
            <a:off x="18553430" y="11277600"/>
            <a:ext cx="304800" cy="381000"/>
          </a:xfrm>
          <a:prstGeom prst="downArrow">
            <a:avLst/>
          </a:prstGeom>
          <a:gradFill>
            <a:gsLst>
              <a:gs pos="0">
                <a:srgbClr val="14CD68"/>
              </a:gs>
              <a:gs pos="100000">
                <a:srgbClr val="035C7D"/>
              </a:gs>
            </a:gsLst>
            <a:lin ang="5400000" scaled="0"/>
          </a:gra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 name="文本框 109"/>
          <p:cNvSpPr txBox="1"/>
          <p:nvPr/>
        </p:nvSpPr>
        <p:spPr>
          <a:xfrm>
            <a:off x="18973165" y="10210800"/>
            <a:ext cx="1548130" cy="384810"/>
          </a:xfrm>
          <a:prstGeom prst="rect">
            <a:avLst/>
          </a:prstGeom>
          <a:noFill/>
        </p:spPr>
        <p:txBody>
          <a:bodyPr wrap="square" rtlCol="0">
            <a:noAutofit/>
          </a:bodyPr>
          <a:p>
            <a:r>
              <a:rPr lang="en-US" altLang="ko-KR" sz="1400"/>
              <a:t>F</a:t>
            </a:r>
            <a:r>
              <a:rPr lang="ko-KR" altLang="ko-KR" sz="1400"/>
              <a:t>ound a problem</a:t>
            </a:r>
            <a:r>
              <a:rPr lang="ko-KR" altLang="ko-KR" sz="1000"/>
              <a:t>.</a:t>
            </a:r>
            <a:endParaRPr lang="ko-KR" altLang="ko-KR" sz="1000"/>
          </a:p>
          <a:p>
            <a:endParaRPr lang="ko-KR" altLang="ko-KR" sz="1000"/>
          </a:p>
          <a:p>
            <a:endParaRPr lang="ko-KR" altLang="ko-KR" sz="1000"/>
          </a:p>
          <a:p>
            <a:endParaRPr lang="ko-KR" altLang="ko-KR" sz="1000"/>
          </a:p>
          <a:p>
            <a:endParaRPr lang="ko-KR" altLang="ko-KR" sz="1000"/>
          </a:p>
        </p:txBody>
      </p:sp>
      <p:sp>
        <p:nvSpPr>
          <p:cNvPr id="112" name="文本框 111"/>
          <p:cNvSpPr txBox="1"/>
          <p:nvPr/>
        </p:nvSpPr>
        <p:spPr>
          <a:xfrm>
            <a:off x="19163030" y="11277600"/>
            <a:ext cx="1139190" cy="273685"/>
          </a:xfrm>
          <a:prstGeom prst="rect">
            <a:avLst/>
          </a:prstGeom>
          <a:noFill/>
        </p:spPr>
        <p:txBody>
          <a:bodyPr wrap="square" rtlCol="0">
            <a:noAutofit/>
          </a:bodyPr>
          <a:p>
            <a:r>
              <a:rPr lang="ko-KR" altLang="ko-KR" sz="1400"/>
              <a:t>Therefore</a:t>
            </a:r>
            <a:endParaRPr lang="ko-KR" altLang="ko-KR" sz="1400"/>
          </a:p>
        </p:txBody>
      </p:sp>
      <p:sp>
        <p:nvSpPr>
          <p:cNvPr id="111" name="圆角矩形 110"/>
          <p:cNvSpPr/>
          <p:nvPr/>
        </p:nvSpPr>
        <p:spPr>
          <a:xfrm>
            <a:off x="13122275" y="17888585"/>
            <a:ext cx="4819650" cy="1451610"/>
          </a:xfrm>
          <a:prstGeom prst="round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4" name="对象 113">
            <a:hlinkClick r:id="" action="ppaction://ole?verb=0"/>
          </p:cNvPr>
          <p:cNvGraphicFramePr>
            <a:graphicFrameLocks noChangeAspect="1"/>
          </p:cNvGraphicFramePr>
          <p:nvPr/>
        </p:nvGraphicFramePr>
        <p:xfrm>
          <a:off x="11964670" y="17178655"/>
          <a:ext cx="7789545" cy="573405"/>
        </p:xfrm>
        <a:graphic>
          <a:graphicData uri="http://schemas.openxmlformats.org/presentationml/2006/ole">
            <mc:AlternateContent xmlns:mc="http://schemas.openxmlformats.org/markup-compatibility/2006">
              <mc:Choice xmlns:v="urn:schemas-microsoft-com:vml" Requires="v">
                <p:oleObj spid="_x0000_s7407" name="Equation" r:id="rId6" imgW="116433600" imgH="6705600" progId="Equation.DSMT4">
                  <p:embed/>
                </p:oleObj>
              </mc:Choice>
              <mc:Fallback>
                <p:oleObj name="Equation" r:id="rId6" imgW="116433600" imgH="6705600" progId="Equation.DSMT4">
                  <p:embed/>
                  <p:pic>
                    <p:nvPicPr>
                      <p:cNvPr id="0" name="图片 7168"/>
                      <p:cNvPicPr/>
                      <p:nvPr/>
                    </p:nvPicPr>
                    <p:blipFill>
                      <a:blip r:embed="rId7"/>
                      <a:stretch>
                        <a:fillRect/>
                      </a:stretch>
                    </p:blipFill>
                    <p:spPr>
                      <a:xfrm>
                        <a:off x="11964670" y="17178655"/>
                        <a:ext cx="7789545" cy="573405"/>
                      </a:xfrm>
                      <a:prstGeom prst="rect">
                        <a:avLst/>
                      </a:prstGeom>
                    </p:spPr>
                  </p:pic>
                </p:oleObj>
              </mc:Fallback>
            </mc:AlternateContent>
          </a:graphicData>
        </a:graphic>
      </p:graphicFrame>
      <p:graphicFrame>
        <p:nvGraphicFramePr>
          <p:cNvPr id="115" name="对象 114">
            <a:hlinkClick r:id="" action="ppaction://ole?verb=0"/>
          </p:cNvPr>
          <p:cNvGraphicFramePr>
            <a:graphicFrameLocks noChangeAspect="1"/>
          </p:cNvGraphicFramePr>
          <p:nvPr/>
        </p:nvGraphicFramePr>
        <p:xfrm>
          <a:off x="12254548" y="15628620"/>
          <a:ext cx="6972935" cy="624840"/>
        </p:xfrm>
        <a:graphic>
          <a:graphicData uri="http://schemas.openxmlformats.org/presentationml/2006/ole">
            <mc:AlternateContent xmlns:mc="http://schemas.openxmlformats.org/markup-compatibility/2006">
              <mc:Choice xmlns:v="urn:schemas-microsoft-com:vml" Requires="v">
                <p:oleObj spid="_x0000_s7408" name="" r:id="rId8" imgW="2691765" imgH="241300" progId="Equation.KSEE3">
                  <p:embed/>
                </p:oleObj>
              </mc:Choice>
              <mc:Fallback>
                <p:oleObj name="" r:id="rId8" imgW="2691765" imgH="241300" progId="Equation.KSEE3">
                  <p:embed/>
                  <p:pic>
                    <p:nvPicPr>
                      <p:cNvPr id="0" name="图片 3072"/>
                      <p:cNvPicPr/>
                      <p:nvPr/>
                    </p:nvPicPr>
                    <p:blipFill>
                      <a:blip r:embed="rId9"/>
                      <a:stretch>
                        <a:fillRect/>
                      </a:stretch>
                    </p:blipFill>
                    <p:spPr>
                      <a:xfrm>
                        <a:off x="12254548" y="15628620"/>
                        <a:ext cx="6972935" cy="624840"/>
                      </a:xfrm>
                      <a:prstGeom prst="rect">
                        <a:avLst/>
                      </a:prstGeom>
                    </p:spPr>
                  </p:pic>
                </p:oleObj>
              </mc:Fallback>
            </mc:AlternateContent>
          </a:graphicData>
        </a:graphic>
      </p:graphicFrame>
      <p:cxnSp>
        <p:nvCxnSpPr>
          <p:cNvPr id="117" name="直接箭头连接符 116"/>
          <p:cNvCxnSpPr/>
          <p:nvPr/>
        </p:nvCxnSpPr>
        <p:spPr>
          <a:xfrm flipH="1" flipV="1">
            <a:off x="14935200" y="15333345"/>
            <a:ext cx="304800" cy="3810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18" name="文本框 117"/>
          <p:cNvSpPr txBox="1"/>
          <p:nvPr/>
        </p:nvSpPr>
        <p:spPr>
          <a:xfrm>
            <a:off x="13538200" y="14714220"/>
            <a:ext cx="1914525" cy="583565"/>
          </a:xfrm>
          <a:prstGeom prst="rect">
            <a:avLst/>
          </a:prstGeom>
          <a:noFill/>
        </p:spPr>
        <p:txBody>
          <a:bodyPr wrap="square" rtlCol="0">
            <a:spAutoFit/>
          </a:bodyPr>
          <a:lstStyle/>
          <a:p>
            <a:r>
              <a:rPr lang="en-US" sz="1600" b="1" dirty="0">
                <a:solidFill>
                  <a:srgbClr val="0F2DE3"/>
                </a:solidFill>
                <a:cs typeface="+mn-ea"/>
                <a:sym typeface="+mn-lt"/>
              </a:rPr>
              <a:t>Repulsertive term</a:t>
            </a:r>
            <a:endParaRPr lang="en-US" sz="1600" b="1" dirty="0">
              <a:solidFill>
                <a:srgbClr val="0F2DE3"/>
              </a:solidFill>
              <a:cs typeface="+mn-ea"/>
              <a:sym typeface="+mn-lt"/>
            </a:endParaRPr>
          </a:p>
          <a:p>
            <a:r>
              <a:rPr lang="en-US" sz="1600" b="1" dirty="0">
                <a:solidFill>
                  <a:srgbClr val="0F2DE3"/>
                </a:solidFill>
                <a:cs typeface="+mn-ea"/>
                <a:sym typeface="+mn-lt"/>
              </a:rPr>
              <a:t>(hare sphere chain)</a:t>
            </a:r>
            <a:endParaRPr lang="en-US" sz="1600" b="1" dirty="0">
              <a:solidFill>
                <a:srgbClr val="0F2DE3"/>
              </a:solidFill>
              <a:cs typeface="+mn-ea"/>
              <a:sym typeface="+mn-lt"/>
            </a:endParaRPr>
          </a:p>
        </p:txBody>
      </p:sp>
      <p:cxnSp>
        <p:nvCxnSpPr>
          <p:cNvPr id="119" name="直接箭头连接符 118"/>
          <p:cNvCxnSpPr/>
          <p:nvPr/>
        </p:nvCxnSpPr>
        <p:spPr>
          <a:xfrm flipH="1">
            <a:off x="15952470" y="16154400"/>
            <a:ext cx="240030" cy="2286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p:nvPr/>
        </p:nvCxnSpPr>
        <p:spPr>
          <a:xfrm>
            <a:off x="17602200" y="16230600"/>
            <a:ext cx="152400" cy="1524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26" name="文本框 125"/>
          <p:cNvSpPr txBox="1"/>
          <p:nvPr/>
        </p:nvSpPr>
        <p:spPr>
          <a:xfrm>
            <a:off x="14706600" y="16390620"/>
            <a:ext cx="1944370" cy="337185"/>
          </a:xfrm>
          <a:prstGeom prst="rect">
            <a:avLst/>
          </a:prstGeom>
          <a:noFill/>
        </p:spPr>
        <p:txBody>
          <a:bodyPr wrap="square" rtlCol="0">
            <a:spAutoFit/>
          </a:bodyPr>
          <a:lstStyle/>
          <a:p>
            <a:r>
              <a:rPr lang="en-US" sz="1600" b="1" dirty="0">
                <a:solidFill>
                  <a:srgbClr val="0F2DE3"/>
                </a:solidFill>
                <a:cs typeface="+mn-ea"/>
                <a:sym typeface="+mn-lt"/>
              </a:rPr>
              <a:t>Ion-ion interactions</a:t>
            </a:r>
            <a:endParaRPr lang="en-US" sz="1600" b="1" dirty="0">
              <a:solidFill>
                <a:srgbClr val="0F2DE3"/>
              </a:solidFill>
              <a:cs typeface="+mn-ea"/>
              <a:sym typeface="+mn-lt"/>
            </a:endParaRPr>
          </a:p>
        </p:txBody>
      </p:sp>
      <p:sp>
        <p:nvSpPr>
          <p:cNvPr id="127" name="文本框 126"/>
          <p:cNvSpPr txBox="1"/>
          <p:nvPr/>
        </p:nvSpPr>
        <p:spPr>
          <a:xfrm>
            <a:off x="17297400" y="16383000"/>
            <a:ext cx="2545080" cy="583565"/>
          </a:xfrm>
          <a:prstGeom prst="rect">
            <a:avLst/>
          </a:prstGeom>
          <a:noFill/>
        </p:spPr>
        <p:txBody>
          <a:bodyPr wrap="square" rtlCol="0">
            <a:spAutoFit/>
          </a:bodyPr>
          <a:lstStyle/>
          <a:p>
            <a:r>
              <a:rPr lang="en-US" sz="1600" b="1" dirty="0">
                <a:solidFill>
                  <a:srgbClr val="0F2DE3"/>
                </a:solidFill>
                <a:cs typeface="+mn-ea"/>
                <a:sym typeface="+mn-lt"/>
              </a:rPr>
              <a:t>Contribution due to ion-ion connectivity</a:t>
            </a:r>
            <a:endParaRPr lang="en-US" sz="1600" b="1" dirty="0">
              <a:solidFill>
                <a:srgbClr val="0F2DE3"/>
              </a:solidFill>
              <a:cs typeface="+mn-ea"/>
              <a:sym typeface="+mn-lt"/>
            </a:endParaRPr>
          </a:p>
        </p:txBody>
      </p:sp>
      <p:sp>
        <p:nvSpPr>
          <p:cNvPr id="128" name="文本框 127"/>
          <p:cNvSpPr txBox="1"/>
          <p:nvPr/>
        </p:nvSpPr>
        <p:spPr>
          <a:xfrm>
            <a:off x="18516600" y="14996160"/>
            <a:ext cx="1993900" cy="337185"/>
          </a:xfrm>
          <a:prstGeom prst="rect">
            <a:avLst/>
          </a:prstGeom>
          <a:noFill/>
        </p:spPr>
        <p:txBody>
          <a:bodyPr wrap="square" rtlCol="0">
            <a:spAutoFit/>
          </a:bodyPr>
          <a:lstStyle/>
          <a:p>
            <a:r>
              <a:rPr lang="en-US" sz="1600" b="1" dirty="0">
                <a:solidFill>
                  <a:srgbClr val="0F2DE3"/>
                </a:solidFill>
                <a:cs typeface="+mn-ea"/>
                <a:sym typeface="+mn-lt"/>
              </a:rPr>
              <a:t> Dispersion Enegy</a:t>
            </a:r>
            <a:endParaRPr lang="en-US" sz="1600" b="1" dirty="0">
              <a:solidFill>
                <a:srgbClr val="0F2DE3"/>
              </a:solidFill>
              <a:cs typeface="+mn-ea"/>
              <a:sym typeface="+mn-lt"/>
            </a:endParaRPr>
          </a:p>
        </p:txBody>
      </p:sp>
      <p:graphicFrame>
        <p:nvGraphicFramePr>
          <p:cNvPr id="130" name="对象 129">
            <a:hlinkClick r:id="" action="ppaction://ole?verb=0"/>
          </p:cNvPr>
          <p:cNvGraphicFramePr>
            <a:graphicFrameLocks noChangeAspect="1"/>
          </p:cNvGraphicFramePr>
          <p:nvPr/>
        </p:nvGraphicFramePr>
        <p:xfrm>
          <a:off x="13206095" y="17801590"/>
          <a:ext cx="536575" cy="535940"/>
        </p:xfrm>
        <a:graphic>
          <a:graphicData uri="http://schemas.openxmlformats.org/presentationml/2006/ole">
            <mc:AlternateContent xmlns:mc="http://schemas.openxmlformats.org/markup-compatibility/2006">
              <mc:Choice xmlns:v="urn:schemas-microsoft-com:vml" Requires="v">
                <p:oleObj spid="_x0000_s7409" name="" r:id="rId10" imgW="241300" imgH="241300" progId="Equation.KSEE3">
                  <p:embed/>
                </p:oleObj>
              </mc:Choice>
              <mc:Fallback>
                <p:oleObj name="" r:id="rId10" imgW="241300" imgH="241300" progId="Equation.KSEE3">
                  <p:embed/>
                  <p:pic>
                    <p:nvPicPr>
                      <p:cNvPr id="0" name="图片 1026"/>
                      <p:cNvPicPr/>
                      <p:nvPr/>
                    </p:nvPicPr>
                    <p:blipFill>
                      <a:blip r:embed="rId11"/>
                      <a:stretch>
                        <a:fillRect/>
                      </a:stretch>
                    </p:blipFill>
                    <p:spPr>
                      <a:xfrm>
                        <a:off x="13206095" y="17801590"/>
                        <a:ext cx="536575" cy="535940"/>
                      </a:xfrm>
                      <a:prstGeom prst="rect">
                        <a:avLst/>
                      </a:prstGeom>
                    </p:spPr>
                  </p:pic>
                </p:oleObj>
              </mc:Fallback>
            </mc:AlternateContent>
          </a:graphicData>
        </a:graphic>
      </p:graphicFrame>
      <p:sp>
        <p:nvSpPr>
          <p:cNvPr id="131" name="文本框 130"/>
          <p:cNvSpPr txBox="1"/>
          <p:nvPr/>
        </p:nvSpPr>
        <p:spPr>
          <a:xfrm>
            <a:off x="13666470" y="17964785"/>
            <a:ext cx="3120390" cy="367030"/>
          </a:xfrm>
          <a:prstGeom prst="rect">
            <a:avLst/>
          </a:prstGeom>
          <a:noFill/>
        </p:spPr>
        <p:txBody>
          <a:bodyPr wrap="none" rtlCol="0">
            <a:noAutofit/>
          </a:bodyPr>
          <a:lstStyle/>
          <a:p>
            <a:r>
              <a:rPr lang="en-US" altLang="zh-CN" sz="1600"/>
              <a:t>= amplitude for j-density fluctuations</a:t>
            </a:r>
            <a:endParaRPr lang="en-US" altLang="zh-CN" sz="1600"/>
          </a:p>
        </p:txBody>
      </p:sp>
      <p:graphicFrame>
        <p:nvGraphicFramePr>
          <p:cNvPr id="132" name="对象 131">
            <a:hlinkClick r:id="" action="ppaction://ole?verb=0"/>
          </p:cNvPr>
          <p:cNvGraphicFramePr>
            <a:graphicFrameLocks noChangeAspect="1"/>
          </p:cNvGraphicFramePr>
          <p:nvPr/>
        </p:nvGraphicFramePr>
        <p:xfrm>
          <a:off x="13489305" y="18196560"/>
          <a:ext cx="4318000" cy="815340"/>
        </p:xfrm>
        <a:graphic>
          <a:graphicData uri="http://schemas.openxmlformats.org/presentationml/2006/ole">
            <mc:AlternateContent xmlns:mc="http://schemas.openxmlformats.org/markup-compatibility/2006">
              <mc:Choice xmlns:v="urn:schemas-microsoft-com:vml" Requires="v">
                <p:oleObj spid="_x0000_s7410" name="" r:id="rId12" imgW="2691765" imgH="508000" progId="Equation.KSEE3">
                  <p:embed/>
                </p:oleObj>
              </mc:Choice>
              <mc:Fallback>
                <p:oleObj name="" r:id="rId12" imgW="2691765" imgH="508000" progId="Equation.KSEE3">
                  <p:embed/>
                  <p:pic>
                    <p:nvPicPr>
                      <p:cNvPr id="0" name="图片 3074"/>
                      <p:cNvPicPr/>
                      <p:nvPr/>
                    </p:nvPicPr>
                    <p:blipFill>
                      <a:blip r:embed="rId13"/>
                      <a:stretch>
                        <a:fillRect/>
                      </a:stretch>
                    </p:blipFill>
                    <p:spPr>
                      <a:xfrm>
                        <a:off x="13489305" y="18196560"/>
                        <a:ext cx="4318000" cy="815340"/>
                      </a:xfrm>
                      <a:prstGeom prst="rect">
                        <a:avLst/>
                      </a:prstGeom>
                    </p:spPr>
                  </p:pic>
                </p:oleObj>
              </mc:Fallback>
            </mc:AlternateContent>
          </a:graphicData>
        </a:graphic>
      </p:graphicFrame>
      <p:sp>
        <p:nvSpPr>
          <p:cNvPr id="133" name="文本框 132"/>
          <p:cNvSpPr txBox="1"/>
          <p:nvPr/>
        </p:nvSpPr>
        <p:spPr>
          <a:xfrm>
            <a:off x="13884275" y="19030950"/>
            <a:ext cx="1294130" cy="367030"/>
          </a:xfrm>
          <a:prstGeom prst="rect">
            <a:avLst/>
          </a:prstGeom>
          <a:noFill/>
        </p:spPr>
        <p:txBody>
          <a:bodyPr wrap="square" rtlCol="0">
            <a:noAutofit/>
          </a:bodyPr>
          <a:lstStyle/>
          <a:p>
            <a:r>
              <a:rPr lang="en-US" sz="1600" dirty="0">
                <a:solidFill>
                  <a:srgbClr val="FF0000"/>
                </a:solidFill>
                <a:cs typeface="+mn-ea"/>
                <a:sym typeface="+mn-lt"/>
              </a:rPr>
              <a:t>Gaussian</a:t>
            </a:r>
            <a:endParaRPr lang="en-US" sz="1600" dirty="0">
              <a:solidFill>
                <a:srgbClr val="FF0000"/>
              </a:solidFill>
              <a:cs typeface="+mn-ea"/>
              <a:sym typeface="+mn-lt"/>
            </a:endParaRPr>
          </a:p>
        </p:txBody>
      </p:sp>
      <p:sp>
        <p:nvSpPr>
          <p:cNvPr id="134" name="文本框 133"/>
          <p:cNvSpPr txBox="1"/>
          <p:nvPr/>
        </p:nvSpPr>
        <p:spPr>
          <a:xfrm>
            <a:off x="16932275" y="19030950"/>
            <a:ext cx="1002030" cy="367030"/>
          </a:xfrm>
          <a:prstGeom prst="rect">
            <a:avLst/>
          </a:prstGeom>
          <a:noFill/>
        </p:spPr>
        <p:txBody>
          <a:bodyPr wrap="square" rtlCol="0">
            <a:noAutofit/>
          </a:bodyPr>
          <a:lstStyle/>
          <a:p>
            <a:r>
              <a:rPr lang="en-US" sz="1600" dirty="0">
                <a:solidFill>
                  <a:srgbClr val="FF0000"/>
                </a:solidFill>
                <a:cs typeface="+mn-ea"/>
                <a:sym typeface="+mn-lt"/>
              </a:rPr>
              <a:t>local</a:t>
            </a:r>
            <a:endParaRPr lang="en-US" sz="1600" dirty="0">
              <a:solidFill>
                <a:srgbClr val="FF0000"/>
              </a:solidFill>
              <a:cs typeface="+mn-ea"/>
              <a:sym typeface="+mn-lt"/>
            </a:endParaRPr>
          </a:p>
        </p:txBody>
      </p:sp>
      <p:sp>
        <p:nvSpPr>
          <p:cNvPr id="135" name="文本框 134"/>
          <p:cNvSpPr txBox="1"/>
          <p:nvPr/>
        </p:nvSpPr>
        <p:spPr>
          <a:xfrm>
            <a:off x="15014575" y="19030950"/>
            <a:ext cx="1308100" cy="367030"/>
          </a:xfrm>
          <a:prstGeom prst="rect">
            <a:avLst/>
          </a:prstGeom>
          <a:noFill/>
        </p:spPr>
        <p:txBody>
          <a:bodyPr wrap="square" rtlCol="0">
            <a:noAutofit/>
          </a:bodyPr>
          <a:lstStyle/>
          <a:p>
            <a:r>
              <a:rPr lang="en-US" sz="1600" dirty="0">
                <a:solidFill>
                  <a:srgbClr val="FF0000"/>
                </a:solidFill>
                <a:cs typeface="+mn-ea"/>
                <a:sym typeface="+mn-lt"/>
              </a:rPr>
              <a:t>non-local</a:t>
            </a:r>
            <a:endParaRPr lang="en-US" sz="1600" dirty="0">
              <a:solidFill>
                <a:srgbClr val="FF0000"/>
              </a:solidFill>
              <a:cs typeface="+mn-ea"/>
              <a:sym typeface="+mn-lt"/>
            </a:endParaRPr>
          </a:p>
        </p:txBody>
      </p:sp>
      <p:sp>
        <p:nvSpPr>
          <p:cNvPr id="137" name="TextBox 2"/>
          <p:cNvSpPr txBox="1"/>
          <p:nvPr/>
        </p:nvSpPr>
        <p:spPr>
          <a:xfrm>
            <a:off x="15988030" y="20049490"/>
            <a:ext cx="4812665" cy="583565"/>
          </a:xfrm>
          <a:prstGeom prst="rect">
            <a:avLst/>
          </a:prstGeom>
          <a:noFill/>
        </p:spPr>
        <p:txBody>
          <a:bodyPr wrap="square" rtlCol="0">
            <a:spAutoFit/>
          </a:bodyPr>
          <a:lstStyle/>
          <a:p>
            <a:pPr algn="ctr"/>
            <a:r>
              <a:rPr sz="1600" b="1" dirty="0"/>
              <a:t>System: consists of a hard-sphere chain mixture of polyanions (PA) and polycations (PC).</a:t>
            </a:r>
            <a:endParaRPr sz="1600" b="1" dirty="0"/>
          </a:p>
        </p:txBody>
      </p:sp>
      <p:pic>
        <p:nvPicPr>
          <p:cNvPr id="143" name="图片 54"/>
          <p:cNvPicPr>
            <a:picLocks noChangeAspect="1"/>
          </p:cNvPicPr>
          <p:nvPr/>
        </p:nvPicPr>
        <p:blipFill>
          <a:blip r:embed="rId14">
            <a:clrChange>
              <a:clrFrom>
                <a:srgbClr val="FFFFFF">
                  <a:alpha val="100000"/>
                </a:srgbClr>
              </a:clrFrom>
              <a:clrTo>
                <a:srgbClr val="FFFFFF">
                  <a:alpha val="100000"/>
                  <a:alpha val="0"/>
                </a:srgbClr>
              </a:clrTo>
            </a:clrChange>
          </a:blip>
          <a:stretch>
            <a:fillRect/>
          </a:stretch>
        </p:blipFill>
        <p:spPr>
          <a:xfrm>
            <a:off x="32766000" y="8649970"/>
            <a:ext cx="3940810" cy="3514090"/>
          </a:xfrm>
          <a:prstGeom prst="rect">
            <a:avLst/>
          </a:prstGeom>
          <a:noFill/>
          <a:ln>
            <a:noFill/>
          </a:ln>
        </p:spPr>
      </p:pic>
      <p:pic>
        <p:nvPicPr>
          <p:cNvPr id="144" name="图片 55"/>
          <p:cNvPicPr>
            <a:picLocks noChangeAspect="1"/>
          </p:cNvPicPr>
          <p:nvPr/>
        </p:nvPicPr>
        <p:blipFill>
          <a:blip r:embed="rId15">
            <a:clrChange>
              <a:clrFrom>
                <a:srgbClr val="FFFFFF">
                  <a:alpha val="100000"/>
                </a:srgbClr>
              </a:clrFrom>
              <a:clrTo>
                <a:srgbClr val="FFFFFF">
                  <a:alpha val="100000"/>
                  <a:alpha val="0"/>
                </a:srgbClr>
              </a:clrTo>
            </a:clrChange>
          </a:blip>
          <a:stretch>
            <a:fillRect/>
          </a:stretch>
        </p:blipFill>
        <p:spPr>
          <a:xfrm>
            <a:off x="36472495" y="8716010"/>
            <a:ext cx="3791585" cy="3291840"/>
          </a:xfrm>
          <a:prstGeom prst="rect">
            <a:avLst/>
          </a:prstGeom>
          <a:noFill/>
          <a:ln>
            <a:noFill/>
          </a:ln>
        </p:spPr>
      </p:pic>
      <p:graphicFrame>
        <p:nvGraphicFramePr>
          <p:cNvPr id="145" name="对象 144">
            <a:hlinkClick r:id="" action="ppaction://ole?verb=0"/>
          </p:cNvPr>
          <p:cNvGraphicFramePr>
            <a:graphicFrameLocks noChangeAspect="1"/>
          </p:cNvGraphicFramePr>
          <p:nvPr/>
        </p:nvGraphicFramePr>
        <p:xfrm>
          <a:off x="36271200" y="7515860"/>
          <a:ext cx="1249680" cy="408940"/>
        </p:xfrm>
        <a:graphic>
          <a:graphicData uri="http://schemas.openxmlformats.org/presentationml/2006/ole">
            <mc:AlternateContent xmlns:mc="http://schemas.openxmlformats.org/markup-compatibility/2006">
              <mc:Choice xmlns:v="urn:schemas-microsoft-com:vml" Requires="v">
                <p:oleObj spid="_x0000_s7411" name="" r:id="rId16" imgW="660400" imgH="215900" progId="Equation.KSEE3">
                  <p:embed/>
                </p:oleObj>
              </mc:Choice>
              <mc:Fallback>
                <p:oleObj name="" r:id="rId16" imgW="660400" imgH="215900" progId="Equation.KSEE3">
                  <p:embed/>
                  <p:pic>
                    <p:nvPicPr>
                      <p:cNvPr id="0" name="图片 1027"/>
                      <p:cNvPicPr/>
                      <p:nvPr/>
                    </p:nvPicPr>
                    <p:blipFill>
                      <a:blip r:embed="rId17"/>
                      <a:stretch>
                        <a:fillRect/>
                      </a:stretch>
                    </p:blipFill>
                    <p:spPr>
                      <a:xfrm>
                        <a:off x="36271200" y="7515860"/>
                        <a:ext cx="1249680" cy="408940"/>
                      </a:xfrm>
                      <a:prstGeom prst="rect">
                        <a:avLst/>
                      </a:prstGeom>
                    </p:spPr>
                  </p:pic>
                </p:oleObj>
              </mc:Fallback>
            </mc:AlternateContent>
          </a:graphicData>
        </a:graphic>
      </p:graphicFrame>
      <p:graphicFrame>
        <p:nvGraphicFramePr>
          <p:cNvPr id="149" name="对象 148">
            <a:hlinkClick r:id="" action="ppaction://ole?verb=0"/>
          </p:cNvPr>
          <p:cNvGraphicFramePr>
            <a:graphicFrameLocks noChangeAspect="1"/>
          </p:cNvGraphicFramePr>
          <p:nvPr/>
        </p:nvGraphicFramePr>
        <p:xfrm>
          <a:off x="37642800" y="7467600"/>
          <a:ext cx="1234440" cy="438150"/>
        </p:xfrm>
        <a:graphic>
          <a:graphicData uri="http://schemas.openxmlformats.org/presentationml/2006/ole">
            <mc:AlternateContent xmlns:mc="http://schemas.openxmlformats.org/markup-compatibility/2006">
              <mc:Choice xmlns:v="urn:schemas-microsoft-com:vml" Requires="v">
                <p:oleObj spid="_x0000_s7412" name="" r:id="rId18" imgW="609600" imgH="215900" progId="Equation.KSEE3">
                  <p:embed/>
                </p:oleObj>
              </mc:Choice>
              <mc:Fallback>
                <p:oleObj name="" r:id="rId18" imgW="609600" imgH="215900" progId="Equation.KSEE3">
                  <p:embed/>
                  <p:pic>
                    <p:nvPicPr>
                      <p:cNvPr id="0" name="图片 1030"/>
                      <p:cNvPicPr/>
                      <p:nvPr/>
                    </p:nvPicPr>
                    <p:blipFill>
                      <a:blip r:embed="rId19"/>
                      <a:stretch>
                        <a:fillRect/>
                      </a:stretch>
                    </p:blipFill>
                    <p:spPr>
                      <a:xfrm>
                        <a:off x="37642800" y="7467600"/>
                        <a:ext cx="1234440" cy="438150"/>
                      </a:xfrm>
                      <a:prstGeom prst="rect">
                        <a:avLst/>
                      </a:prstGeom>
                    </p:spPr>
                  </p:pic>
                </p:oleObj>
              </mc:Fallback>
            </mc:AlternateContent>
          </a:graphicData>
        </a:graphic>
      </p:graphicFrame>
      <p:sp>
        <p:nvSpPr>
          <p:cNvPr id="150" name="文本框 149"/>
          <p:cNvSpPr txBox="1"/>
          <p:nvPr/>
        </p:nvSpPr>
        <p:spPr>
          <a:xfrm>
            <a:off x="34137600" y="8458200"/>
            <a:ext cx="1562100" cy="333375"/>
          </a:xfrm>
          <a:prstGeom prst="rect">
            <a:avLst/>
          </a:prstGeom>
          <a:noFill/>
        </p:spPr>
        <p:txBody>
          <a:bodyPr wrap="square" rtlCol="0">
            <a:noAutofit/>
          </a:bodyPr>
          <a:p>
            <a:r>
              <a:rPr lang="en-US" altLang="zh-CN" sz="1600"/>
              <a:t>Barotropic</a:t>
            </a:r>
            <a:endParaRPr lang="en-US" altLang="zh-CN" sz="1600"/>
          </a:p>
        </p:txBody>
      </p:sp>
      <p:sp>
        <p:nvSpPr>
          <p:cNvPr id="151" name="文本框 150"/>
          <p:cNvSpPr txBox="1"/>
          <p:nvPr/>
        </p:nvSpPr>
        <p:spPr>
          <a:xfrm>
            <a:off x="37414200" y="8425815"/>
            <a:ext cx="2192655" cy="337185"/>
          </a:xfrm>
          <a:prstGeom prst="rect">
            <a:avLst/>
          </a:prstGeom>
          <a:noFill/>
        </p:spPr>
        <p:txBody>
          <a:bodyPr wrap="square" rtlCol="0">
            <a:spAutoFit/>
          </a:bodyPr>
          <a:p>
            <a:r>
              <a:rPr lang="en-US" altLang="zh-CN" sz="1600"/>
              <a:t>Baroplastic</a:t>
            </a:r>
            <a:endParaRPr lang="en-US" altLang="zh-CN" sz="1600"/>
          </a:p>
        </p:txBody>
      </p:sp>
      <p:sp>
        <p:nvSpPr>
          <p:cNvPr id="159" name="流程图: 可选过程 158"/>
          <p:cNvSpPr/>
          <p:nvPr/>
        </p:nvSpPr>
        <p:spPr>
          <a:xfrm>
            <a:off x="40022145" y="8924290"/>
            <a:ext cx="2896870" cy="2385060"/>
          </a:xfrm>
          <a:prstGeom prst="flowChartAlternateProcess">
            <a:avLst/>
          </a:prstGeom>
          <a:noFill/>
          <a:ln w="28575" cmpd="sng">
            <a:solidFill>
              <a:schemeClr val="accent1">
                <a:shade val="50000"/>
              </a:schemeClr>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6" name="组合 15"/>
          <p:cNvGrpSpPr/>
          <p:nvPr/>
        </p:nvGrpSpPr>
        <p:grpSpPr>
          <a:xfrm>
            <a:off x="22199600" y="13723620"/>
            <a:ext cx="3550285" cy="3134995"/>
            <a:chOff x="35964" y="26880"/>
            <a:chExt cx="3258" cy="2860"/>
          </a:xfrm>
        </p:grpSpPr>
        <p:pic>
          <p:nvPicPr>
            <p:cNvPr id="142" name="图片 141"/>
            <p:cNvPicPr>
              <a:picLocks noChangeAspect="1"/>
            </p:cNvPicPr>
            <p:nvPr/>
          </p:nvPicPr>
          <p:blipFill>
            <a:blip r:embed="rId20">
              <a:clrChange>
                <a:clrFrom>
                  <a:srgbClr val="FFFFFF">
                    <a:alpha val="100000"/>
                  </a:srgbClr>
                </a:clrFrom>
                <a:clrTo>
                  <a:srgbClr val="FFFFFF">
                    <a:alpha val="100000"/>
                    <a:alpha val="0"/>
                  </a:srgbClr>
                </a:clrTo>
              </a:clrChange>
            </a:blip>
            <a:stretch>
              <a:fillRect/>
            </a:stretch>
          </p:blipFill>
          <p:spPr>
            <a:xfrm>
              <a:off x="35964" y="26880"/>
              <a:ext cx="3259" cy="2861"/>
            </a:xfrm>
            <a:prstGeom prst="rect">
              <a:avLst/>
            </a:prstGeom>
          </p:spPr>
        </p:pic>
        <p:cxnSp>
          <p:nvCxnSpPr>
            <p:cNvPr id="166" name="直接连接符 165"/>
            <p:cNvCxnSpPr/>
            <p:nvPr/>
          </p:nvCxnSpPr>
          <p:spPr>
            <a:xfrm flipH="1">
              <a:off x="37735" y="28233"/>
              <a:ext cx="15" cy="63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25544145" y="13647420"/>
            <a:ext cx="3850640" cy="3308985"/>
            <a:chOff x="39432" y="26869"/>
            <a:chExt cx="3534" cy="2828"/>
          </a:xfrm>
        </p:grpSpPr>
        <p:pic>
          <p:nvPicPr>
            <p:cNvPr id="141" name="图片 140"/>
            <p:cNvPicPr>
              <a:picLocks noChangeAspect="1"/>
            </p:cNvPicPr>
            <p:nvPr/>
          </p:nvPicPr>
          <p:blipFill>
            <a:blip r:embed="rId21">
              <a:clrChange>
                <a:clrFrom>
                  <a:srgbClr val="FFFFFF">
                    <a:alpha val="100000"/>
                  </a:srgbClr>
                </a:clrFrom>
                <a:clrTo>
                  <a:srgbClr val="FFFFFF">
                    <a:alpha val="100000"/>
                    <a:alpha val="0"/>
                  </a:srgbClr>
                </a:clrTo>
              </a:clrChange>
            </a:blip>
            <a:stretch>
              <a:fillRect/>
            </a:stretch>
          </p:blipFill>
          <p:spPr>
            <a:xfrm>
              <a:off x="39432" y="26869"/>
              <a:ext cx="3534" cy="2828"/>
            </a:xfrm>
            <a:prstGeom prst="rect">
              <a:avLst/>
            </a:prstGeom>
          </p:spPr>
        </p:pic>
        <p:cxnSp>
          <p:nvCxnSpPr>
            <p:cNvPr id="167" name="直接连接符 166"/>
            <p:cNvCxnSpPr/>
            <p:nvPr/>
          </p:nvCxnSpPr>
          <p:spPr>
            <a:xfrm>
              <a:off x="41391" y="28310"/>
              <a:ext cx="9" cy="49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28956000" y="13776960"/>
            <a:ext cx="3431540" cy="3025775"/>
            <a:chOff x="42978" y="26869"/>
            <a:chExt cx="3518" cy="2898"/>
          </a:xfrm>
        </p:grpSpPr>
        <p:pic>
          <p:nvPicPr>
            <p:cNvPr id="140" name="图片 139"/>
            <p:cNvPicPr>
              <a:picLocks noChangeAspect="1"/>
            </p:cNvPicPr>
            <p:nvPr/>
          </p:nvPicPr>
          <p:blipFill>
            <a:blip r:embed="rId22">
              <a:clrChange>
                <a:clrFrom>
                  <a:srgbClr val="FFFFFF">
                    <a:alpha val="100000"/>
                  </a:srgbClr>
                </a:clrFrom>
                <a:clrTo>
                  <a:srgbClr val="FFFFFF">
                    <a:alpha val="100000"/>
                    <a:alpha val="0"/>
                  </a:srgbClr>
                </a:clrTo>
              </a:clrChange>
            </a:blip>
            <a:stretch>
              <a:fillRect/>
            </a:stretch>
          </p:blipFill>
          <p:spPr>
            <a:xfrm>
              <a:off x="42978" y="26869"/>
              <a:ext cx="3518" cy="2899"/>
            </a:xfrm>
            <a:prstGeom prst="rect">
              <a:avLst/>
            </a:prstGeom>
          </p:spPr>
        </p:pic>
        <p:cxnSp>
          <p:nvCxnSpPr>
            <p:cNvPr id="168" name="直接连接符 167"/>
            <p:cNvCxnSpPr/>
            <p:nvPr/>
          </p:nvCxnSpPr>
          <p:spPr>
            <a:xfrm>
              <a:off x="44915" y="27941"/>
              <a:ext cx="22" cy="98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25625425" y="16925290"/>
            <a:ext cx="3540125" cy="3396615"/>
            <a:chOff x="39480" y="30100"/>
            <a:chExt cx="3244" cy="2988"/>
          </a:xfrm>
        </p:grpSpPr>
        <p:pic>
          <p:nvPicPr>
            <p:cNvPr id="138" name="图片 137"/>
            <p:cNvPicPr>
              <a:picLocks noChangeAspect="1"/>
            </p:cNvPicPr>
            <p:nvPr/>
          </p:nvPicPr>
          <p:blipFill>
            <a:blip r:embed="rId23">
              <a:clrChange>
                <a:clrFrom>
                  <a:srgbClr val="FFFFFF">
                    <a:alpha val="100000"/>
                  </a:srgbClr>
                </a:clrFrom>
                <a:clrTo>
                  <a:srgbClr val="FFFFFF">
                    <a:alpha val="100000"/>
                    <a:alpha val="0"/>
                  </a:srgbClr>
                </a:clrTo>
              </a:clrChange>
            </a:blip>
            <a:stretch>
              <a:fillRect/>
            </a:stretch>
          </p:blipFill>
          <p:spPr>
            <a:xfrm>
              <a:off x="39480" y="30100"/>
              <a:ext cx="3244" cy="2989"/>
            </a:xfrm>
            <a:prstGeom prst="rect">
              <a:avLst/>
            </a:prstGeom>
          </p:spPr>
        </p:pic>
        <p:cxnSp>
          <p:nvCxnSpPr>
            <p:cNvPr id="170" name="直接连接符 169"/>
            <p:cNvCxnSpPr/>
            <p:nvPr/>
          </p:nvCxnSpPr>
          <p:spPr>
            <a:xfrm>
              <a:off x="41376" y="31806"/>
              <a:ext cx="0" cy="328"/>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4" name="圆角矩形 173"/>
          <p:cNvSpPr/>
          <p:nvPr/>
        </p:nvSpPr>
        <p:spPr>
          <a:xfrm>
            <a:off x="29316045" y="16946880"/>
            <a:ext cx="2703830" cy="2393315"/>
          </a:xfrm>
          <a:prstGeom prst="roundRect">
            <a:avLst/>
          </a:prstGeom>
          <a:noFill/>
          <a:ln w="28575" cmpd="sng">
            <a:solidFill>
              <a:schemeClr val="accent1">
                <a:shade val="50000"/>
              </a:schemeClr>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63" name="对象 162">
            <a:hlinkClick r:id="" action="ppaction://ole?verb=0"/>
          </p:cNvPr>
          <p:cNvGraphicFramePr>
            <a:graphicFrameLocks noChangeAspect="1"/>
          </p:cNvGraphicFramePr>
          <p:nvPr/>
        </p:nvGraphicFramePr>
        <p:xfrm>
          <a:off x="31318200" y="9144000"/>
          <a:ext cx="701675" cy="253365"/>
        </p:xfrm>
        <a:graphic>
          <a:graphicData uri="http://schemas.openxmlformats.org/presentationml/2006/ole">
            <mc:AlternateContent xmlns:mc="http://schemas.openxmlformats.org/markup-compatibility/2006">
              <mc:Choice xmlns:v="urn:schemas-microsoft-com:vml" Requires="v">
                <p:oleObj spid="_x0000_s7419" name="" r:id="rId24" imgW="634365" imgH="228600" progId="Equation.KSEE3">
                  <p:embed/>
                </p:oleObj>
              </mc:Choice>
              <mc:Fallback>
                <p:oleObj name="" r:id="rId24" imgW="634365" imgH="228600" progId="Equation.KSEE3">
                  <p:embed/>
                  <p:pic>
                    <p:nvPicPr>
                      <p:cNvPr id="0" name="图片 1024"/>
                      <p:cNvPicPr/>
                      <p:nvPr/>
                    </p:nvPicPr>
                    <p:blipFill>
                      <a:blip r:embed="rId25"/>
                      <a:stretch>
                        <a:fillRect/>
                      </a:stretch>
                    </p:blipFill>
                    <p:spPr>
                      <a:xfrm>
                        <a:off x="31318200" y="9144000"/>
                        <a:ext cx="701675" cy="253365"/>
                      </a:xfrm>
                      <a:prstGeom prst="rect">
                        <a:avLst/>
                      </a:prstGeom>
                    </p:spPr>
                  </p:pic>
                </p:oleObj>
              </mc:Fallback>
            </mc:AlternateContent>
          </a:graphicData>
        </a:graphic>
      </p:graphicFrame>
      <p:sp>
        <p:nvSpPr>
          <p:cNvPr id="169" name="圆角矩形 168"/>
          <p:cNvSpPr/>
          <p:nvPr/>
        </p:nvSpPr>
        <p:spPr>
          <a:xfrm>
            <a:off x="24168100" y="20199350"/>
            <a:ext cx="6680200" cy="690245"/>
          </a:xfrm>
          <a:prstGeom prst="roundRect">
            <a:avLst/>
          </a:prstGeom>
          <a:noFill/>
          <a:ln w="28575" cmpd="sng">
            <a:solidFill>
              <a:schemeClr val="accent1">
                <a:shade val="50000"/>
              </a:schemeClr>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 name="圆角矩形 174"/>
          <p:cNvSpPr/>
          <p:nvPr/>
        </p:nvSpPr>
        <p:spPr>
          <a:xfrm>
            <a:off x="29334460" y="12467590"/>
            <a:ext cx="2685415" cy="415290"/>
          </a:xfrm>
          <a:prstGeom prst="roundRect">
            <a:avLst/>
          </a:prstGeom>
          <a:noFill/>
          <a:ln w="28575" cmpd="sng">
            <a:solidFill>
              <a:schemeClr val="accent1">
                <a:shade val="50000"/>
              </a:schemeClr>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76" name="直接箭头连接符 175"/>
          <p:cNvCxnSpPr/>
          <p:nvPr/>
        </p:nvCxnSpPr>
        <p:spPr>
          <a:xfrm flipH="1" flipV="1">
            <a:off x="30438090" y="11523980"/>
            <a:ext cx="371475"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77" name="对象 176">
            <a:hlinkClick r:id="" action="ppaction://ole?verb=0"/>
          </p:cNvPr>
          <p:cNvGraphicFramePr>
            <a:graphicFrameLocks noChangeAspect="1"/>
          </p:cNvGraphicFramePr>
          <p:nvPr/>
        </p:nvGraphicFramePr>
        <p:xfrm>
          <a:off x="27513915" y="9316085"/>
          <a:ext cx="704215" cy="254000"/>
        </p:xfrm>
        <a:graphic>
          <a:graphicData uri="http://schemas.openxmlformats.org/presentationml/2006/ole">
            <mc:AlternateContent xmlns:mc="http://schemas.openxmlformats.org/markup-compatibility/2006">
              <mc:Choice xmlns:v="urn:schemas-microsoft-com:vml" Requires="v">
                <p:oleObj spid="_x0000_s7420" name="" r:id="rId26" imgW="634365" imgH="228600" progId="Equation.KSEE3">
                  <p:embed/>
                </p:oleObj>
              </mc:Choice>
              <mc:Fallback>
                <p:oleObj name="" r:id="rId26" imgW="634365" imgH="228600" progId="Equation.KSEE3">
                  <p:embed/>
                  <p:pic>
                    <p:nvPicPr>
                      <p:cNvPr id="0" name="图片 1024"/>
                      <p:cNvPicPr/>
                      <p:nvPr/>
                    </p:nvPicPr>
                    <p:blipFill>
                      <a:blip r:embed="rId27"/>
                      <a:stretch>
                        <a:fillRect/>
                      </a:stretch>
                    </p:blipFill>
                    <p:spPr>
                      <a:xfrm>
                        <a:off x="27513915" y="9316085"/>
                        <a:ext cx="704215" cy="254000"/>
                      </a:xfrm>
                      <a:prstGeom prst="rect">
                        <a:avLst/>
                      </a:prstGeom>
                    </p:spPr>
                  </p:pic>
                </p:oleObj>
              </mc:Fallback>
            </mc:AlternateContent>
          </a:graphicData>
        </a:graphic>
      </p:graphicFrame>
      <p:graphicFrame>
        <p:nvGraphicFramePr>
          <p:cNvPr id="178" name="对象 177">
            <a:hlinkClick r:id="" action="ppaction://ole?verb=0"/>
          </p:cNvPr>
          <p:cNvGraphicFramePr>
            <a:graphicFrameLocks noChangeAspect="1"/>
          </p:cNvGraphicFramePr>
          <p:nvPr/>
        </p:nvGraphicFramePr>
        <p:xfrm>
          <a:off x="24307800" y="9296400"/>
          <a:ext cx="676275" cy="243840"/>
        </p:xfrm>
        <a:graphic>
          <a:graphicData uri="http://schemas.openxmlformats.org/presentationml/2006/ole">
            <mc:AlternateContent xmlns:mc="http://schemas.openxmlformats.org/markup-compatibility/2006">
              <mc:Choice xmlns:v="urn:schemas-microsoft-com:vml" Requires="v">
                <p:oleObj spid="_x0000_s7421" name="" r:id="rId28" imgW="634365" imgH="228600" progId="Equation.KSEE3">
                  <p:embed/>
                </p:oleObj>
              </mc:Choice>
              <mc:Fallback>
                <p:oleObj name="" r:id="rId28" imgW="634365" imgH="228600" progId="Equation.KSEE3">
                  <p:embed/>
                  <p:pic>
                    <p:nvPicPr>
                      <p:cNvPr id="0" name="图片 1024"/>
                      <p:cNvPicPr/>
                      <p:nvPr/>
                    </p:nvPicPr>
                    <p:blipFill>
                      <a:blip r:embed="rId29"/>
                      <a:stretch>
                        <a:fillRect/>
                      </a:stretch>
                    </p:blipFill>
                    <p:spPr>
                      <a:xfrm>
                        <a:off x="24307800" y="9296400"/>
                        <a:ext cx="676275" cy="243840"/>
                      </a:xfrm>
                      <a:prstGeom prst="rect">
                        <a:avLst/>
                      </a:prstGeom>
                    </p:spPr>
                  </p:pic>
                </p:oleObj>
              </mc:Fallback>
            </mc:AlternateContent>
          </a:graphicData>
        </a:graphic>
      </p:graphicFrame>
      <p:graphicFrame>
        <p:nvGraphicFramePr>
          <p:cNvPr id="179" name="对象 178">
            <a:hlinkClick r:id="" action="ppaction://ole?verb=0"/>
          </p:cNvPr>
          <p:cNvGraphicFramePr>
            <a:graphicFrameLocks noChangeAspect="1"/>
          </p:cNvGraphicFramePr>
          <p:nvPr/>
        </p:nvGraphicFramePr>
        <p:xfrm>
          <a:off x="30937200" y="14688820"/>
          <a:ext cx="760730" cy="258445"/>
        </p:xfrm>
        <a:graphic>
          <a:graphicData uri="http://schemas.openxmlformats.org/presentationml/2006/ole">
            <mc:AlternateContent xmlns:mc="http://schemas.openxmlformats.org/markup-compatibility/2006">
              <mc:Choice xmlns:v="urn:schemas-microsoft-com:vml" Requires="v">
                <p:oleObj spid="_x0000_s7422" name="" r:id="rId30" imgW="673100" imgH="228600" progId="Equation.KSEE3">
                  <p:embed/>
                </p:oleObj>
              </mc:Choice>
              <mc:Fallback>
                <p:oleObj name="" r:id="rId30" imgW="673100" imgH="228600" progId="Equation.KSEE3">
                  <p:embed/>
                  <p:pic>
                    <p:nvPicPr>
                      <p:cNvPr id="0" name="图片 1024"/>
                      <p:cNvPicPr/>
                      <p:nvPr/>
                    </p:nvPicPr>
                    <p:blipFill>
                      <a:blip r:embed="rId31"/>
                      <a:stretch>
                        <a:fillRect/>
                      </a:stretch>
                    </p:blipFill>
                    <p:spPr>
                      <a:xfrm>
                        <a:off x="30937200" y="14688820"/>
                        <a:ext cx="760730" cy="258445"/>
                      </a:xfrm>
                      <a:prstGeom prst="rect">
                        <a:avLst/>
                      </a:prstGeom>
                    </p:spPr>
                  </p:pic>
                </p:oleObj>
              </mc:Fallback>
            </mc:AlternateContent>
          </a:graphicData>
        </a:graphic>
      </p:graphicFrame>
      <p:graphicFrame>
        <p:nvGraphicFramePr>
          <p:cNvPr id="180" name="对象 179">
            <a:hlinkClick r:id="" action="ppaction://ole?verb=0"/>
          </p:cNvPr>
          <p:cNvGraphicFramePr>
            <a:graphicFrameLocks noChangeAspect="1"/>
          </p:cNvGraphicFramePr>
          <p:nvPr/>
        </p:nvGraphicFramePr>
        <p:xfrm>
          <a:off x="24173180" y="14947265"/>
          <a:ext cx="775335" cy="232410"/>
        </p:xfrm>
        <a:graphic>
          <a:graphicData uri="http://schemas.openxmlformats.org/presentationml/2006/ole">
            <mc:AlternateContent xmlns:mc="http://schemas.openxmlformats.org/markup-compatibility/2006">
              <mc:Choice xmlns:v="urn:schemas-microsoft-com:vml" Requires="v">
                <p:oleObj spid="_x0000_s7423" name="" r:id="rId32" imgW="762000" imgH="228600" progId="Equation.KSEE3">
                  <p:embed/>
                </p:oleObj>
              </mc:Choice>
              <mc:Fallback>
                <p:oleObj name="" r:id="rId32" imgW="762000" imgH="228600" progId="Equation.KSEE3">
                  <p:embed/>
                  <p:pic>
                    <p:nvPicPr>
                      <p:cNvPr id="0" name="图片 1024"/>
                      <p:cNvPicPr/>
                      <p:nvPr/>
                    </p:nvPicPr>
                    <p:blipFill>
                      <a:blip r:embed="rId33"/>
                      <a:stretch>
                        <a:fillRect/>
                      </a:stretch>
                    </p:blipFill>
                    <p:spPr>
                      <a:xfrm>
                        <a:off x="24173180" y="14947265"/>
                        <a:ext cx="775335" cy="232410"/>
                      </a:xfrm>
                      <a:prstGeom prst="rect">
                        <a:avLst/>
                      </a:prstGeom>
                    </p:spPr>
                  </p:pic>
                </p:oleObj>
              </mc:Fallback>
            </mc:AlternateContent>
          </a:graphicData>
        </a:graphic>
      </p:graphicFrame>
      <p:graphicFrame>
        <p:nvGraphicFramePr>
          <p:cNvPr id="181" name="对象 180">
            <a:hlinkClick r:id="" action="ppaction://ole?verb=0"/>
          </p:cNvPr>
          <p:cNvGraphicFramePr>
            <a:graphicFrameLocks noChangeAspect="1"/>
          </p:cNvGraphicFramePr>
          <p:nvPr/>
        </p:nvGraphicFramePr>
        <p:xfrm>
          <a:off x="27813000" y="15168245"/>
          <a:ext cx="796925" cy="287655"/>
        </p:xfrm>
        <a:graphic>
          <a:graphicData uri="http://schemas.openxmlformats.org/presentationml/2006/ole">
            <mc:AlternateContent xmlns:mc="http://schemas.openxmlformats.org/markup-compatibility/2006">
              <mc:Choice xmlns:v="urn:schemas-microsoft-com:vml" Requires="v">
                <p:oleObj spid="_x0000_s7424" name="" r:id="rId34" imgW="634365" imgH="228600" progId="Equation.KSEE3">
                  <p:embed/>
                </p:oleObj>
              </mc:Choice>
              <mc:Fallback>
                <p:oleObj name="" r:id="rId34" imgW="634365" imgH="228600" progId="Equation.KSEE3">
                  <p:embed/>
                  <p:pic>
                    <p:nvPicPr>
                      <p:cNvPr id="0" name="图片 1033"/>
                      <p:cNvPicPr/>
                      <p:nvPr/>
                    </p:nvPicPr>
                    <p:blipFill>
                      <a:blip r:embed="rId35"/>
                      <a:stretch>
                        <a:fillRect/>
                      </a:stretch>
                    </p:blipFill>
                    <p:spPr>
                      <a:xfrm>
                        <a:off x="27813000" y="15168245"/>
                        <a:ext cx="796925" cy="287655"/>
                      </a:xfrm>
                      <a:prstGeom prst="rect">
                        <a:avLst/>
                      </a:prstGeom>
                    </p:spPr>
                  </p:pic>
                </p:oleObj>
              </mc:Fallback>
            </mc:AlternateContent>
          </a:graphicData>
        </a:graphic>
      </p:graphicFrame>
      <p:graphicFrame>
        <p:nvGraphicFramePr>
          <p:cNvPr id="183" name="对象 182">
            <a:hlinkClick r:id="" action="ppaction://ole?verb=0"/>
          </p:cNvPr>
          <p:cNvGraphicFramePr>
            <a:graphicFrameLocks noChangeAspect="1"/>
          </p:cNvGraphicFramePr>
          <p:nvPr/>
        </p:nvGraphicFramePr>
        <p:xfrm>
          <a:off x="27813000" y="18592800"/>
          <a:ext cx="452755" cy="163195"/>
        </p:xfrm>
        <a:graphic>
          <a:graphicData uri="http://schemas.openxmlformats.org/presentationml/2006/ole">
            <mc:AlternateContent xmlns:mc="http://schemas.openxmlformats.org/markup-compatibility/2006">
              <mc:Choice xmlns:v="urn:schemas-microsoft-com:vml" Requires="v">
                <p:oleObj spid="_x0000_s7426" name="" r:id="rId36" imgW="634365" imgH="228600" progId="Equation.KSEE3">
                  <p:embed/>
                </p:oleObj>
              </mc:Choice>
              <mc:Fallback>
                <p:oleObj name="" r:id="rId36" imgW="634365" imgH="228600" progId="Equation.KSEE3">
                  <p:embed/>
                  <p:pic>
                    <p:nvPicPr>
                      <p:cNvPr id="0" name="图片 1033"/>
                      <p:cNvPicPr/>
                      <p:nvPr/>
                    </p:nvPicPr>
                    <p:blipFill>
                      <a:blip r:embed="rId35"/>
                      <a:stretch>
                        <a:fillRect/>
                      </a:stretch>
                    </p:blipFill>
                    <p:spPr>
                      <a:xfrm>
                        <a:off x="27813000" y="18592800"/>
                        <a:ext cx="452755" cy="163195"/>
                      </a:xfrm>
                      <a:prstGeom prst="rect">
                        <a:avLst/>
                      </a:prstGeom>
                    </p:spPr>
                  </p:pic>
                </p:oleObj>
              </mc:Fallback>
            </mc:AlternateContent>
          </a:graphicData>
        </a:graphic>
      </p:graphicFrame>
      <p:sp>
        <p:nvSpPr>
          <p:cNvPr id="184" name="文本框 183"/>
          <p:cNvSpPr txBox="1"/>
          <p:nvPr/>
        </p:nvSpPr>
        <p:spPr>
          <a:xfrm>
            <a:off x="22936200" y="7887970"/>
            <a:ext cx="3645535" cy="570865"/>
          </a:xfrm>
          <a:prstGeom prst="rect">
            <a:avLst/>
          </a:prstGeom>
          <a:noFill/>
        </p:spPr>
        <p:txBody>
          <a:bodyPr wrap="square" rtlCol="0">
            <a:noAutofit/>
          </a:bodyPr>
          <a:p>
            <a:r>
              <a:rPr lang="en-US" altLang="zh-CN" sz="1600" dirty="0"/>
              <a:t>  :average charge fraction</a:t>
            </a:r>
            <a:endParaRPr lang="en-US" altLang="zh-CN" sz="1600" dirty="0"/>
          </a:p>
          <a:p>
            <a:r>
              <a:rPr lang="en-US" altLang="zh-CN" sz="1600" dirty="0" err="1"/>
              <a:t>  :</a:t>
            </a:r>
            <a:r>
              <a:rPr lang="en-US" altLang="zh-CN" sz="1600">
                <a:sym typeface="+mn-ea"/>
              </a:rPr>
              <a:t>charge </a:t>
            </a:r>
            <a:r>
              <a:rPr sz="1600">
                <a:sym typeface="+mn-ea"/>
              </a:rPr>
              <a:t>fractions</a:t>
            </a:r>
            <a:r>
              <a:rPr lang="en-US" altLang="zh-CN" sz="1600">
                <a:sym typeface="+mn-ea"/>
              </a:rPr>
              <a:t> of PA chains</a:t>
            </a:r>
            <a:endParaRPr sz="1600"/>
          </a:p>
        </p:txBody>
      </p:sp>
      <p:grpSp>
        <p:nvGrpSpPr>
          <p:cNvPr id="15" name="组合 14"/>
          <p:cNvGrpSpPr/>
          <p:nvPr/>
        </p:nvGrpSpPr>
        <p:grpSpPr>
          <a:xfrm>
            <a:off x="28879800" y="8832215"/>
            <a:ext cx="3416935" cy="3192145"/>
            <a:chOff x="43080" y="22441"/>
            <a:chExt cx="3212" cy="2670"/>
          </a:xfrm>
        </p:grpSpPr>
        <p:pic>
          <p:nvPicPr>
            <p:cNvPr id="160" name="图片 159"/>
            <p:cNvPicPr>
              <a:picLocks noChangeAspect="1"/>
            </p:cNvPicPr>
            <p:nvPr/>
          </p:nvPicPr>
          <p:blipFill>
            <a:blip r:embed="rId37">
              <a:clrChange>
                <a:clrFrom>
                  <a:srgbClr val="FFFFFF">
                    <a:alpha val="100000"/>
                  </a:srgbClr>
                </a:clrFrom>
                <a:clrTo>
                  <a:srgbClr val="FFFFFF">
                    <a:alpha val="100000"/>
                    <a:alpha val="0"/>
                  </a:srgbClr>
                </a:clrTo>
              </a:clrChange>
            </a:blip>
            <a:stretch>
              <a:fillRect/>
            </a:stretch>
          </p:blipFill>
          <p:spPr>
            <a:xfrm>
              <a:off x="43080" y="22441"/>
              <a:ext cx="3213" cy="2671"/>
            </a:xfrm>
            <a:prstGeom prst="rect">
              <a:avLst/>
            </a:prstGeom>
          </p:spPr>
        </p:pic>
        <p:cxnSp>
          <p:nvCxnSpPr>
            <p:cNvPr id="186" name="直接连接符 185"/>
            <p:cNvCxnSpPr/>
            <p:nvPr/>
          </p:nvCxnSpPr>
          <p:spPr>
            <a:xfrm>
              <a:off x="44640" y="22632"/>
              <a:ext cx="0" cy="1728"/>
            </a:xfrm>
            <a:prstGeom prst="line">
              <a:avLst/>
            </a:prstGeom>
          </p:spPr>
          <p:style>
            <a:lnRef idx="1">
              <a:schemeClr val="accent1"/>
            </a:lnRef>
            <a:fillRef idx="0">
              <a:schemeClr val="accent1"/>
            </a:fillRef>
            <a:effectRef idx="0">
              <a:schemeClr val="accent1"/>
            </a:effectRef>
            <a:fontRef idx="minor">
              <a:schemeClr val="tx1"/>
            </a:fontRef>
          </p:style>
        </p:cxnSp>
      </p:grpSp>
      <p:graphicFrame>
        <p:nvGraphicFramePr>
          <p:cNvPr id="187" name="对象 186">
            <a:hlinkClick r:id="" action="ppaction://ole?verb=0"/>
          </p:cNvPr>
          <p:cNvGraphicFramePr>
            <a:graphicFrameLocks noChangeAspect="1"/>
          </p:cNvGraphicFramePr>
          <p:nvPr/>
        </p:nvGraphicFramePr>
        <p:xfrm>
          <a:off x="26657935" y="7239000"/>
          <a:ext cx="3455670" cy="490220"/>
        </p:xfrm>
        <a:graphic>
          <a:graphicData uri="http://schemas.openxmlformats.org/presentationml/2006/ole">
            <mc:AlternateContent xmlns:mc="http://schemas.openxmlformats.org/markup-compatibility/2006">
              <mc:Choice xmlns:v="urn:schemas-microsoft-com:vml" Requires="v">
                <p:oleObj spid="_x0000_s7427" name="" r:id="rId38" imgW="1701800" imgH="241300" progId="Equation.KSEE3">
                  <p:embed/>
                </p:oleObj>
              </mc:Choice>
              <mc:Fallback>
                <p:oleObj name="" r:id="rId38" imgW="1701800" imgH="241300" progId="Equation.KSEE3">
                  <p:embed/>
                  <p:pic>
                    <p:nvPicPr>
                      <p:cNvPr id="0" name="图片 1024"/>
                      <p:cNvPicPr/>
                      <p:nvPr/>
                    </p:nvPicPr>
                    <p:blipFill>
                      <a:blip r:embed="rId39"/>
                      <a:stretch>
                        <a:fillRect/>
                      </a:stretch>
                    </p:blipFill>
                    <p:spPr>
                      <a:xfrm>
                        <a:off x="26657935" y="7239000"/>
                        <a:ext cx="3455670" cy="490220"/>
                      </a:xfrm>
                      <a:prstGeom prst="rect">
                        <a:avLst/>
                      </a:prstGeom>
                    </p:spPr>
                  </p:pic>
                </p:oleObj>
              </mc:Fallback>
            </mc:AlternateContent>
          </a:graphicData>
        </a:graphic>
      </p:graphicFrame>
      <p:graphicFrame>
        <p:nvGraphicFramePr>
          <p:cNvPr id="188" name="对象 187">
            <a:hlinkClick r:id="" action="ppaction://ole?verb=0"/>
          </p:cNvPr>
          <p:cNvGraphicFramePr>
            <a:graphicFrameLocks noChangeAspect="1"/>
          </p:cNvGraphicFramePr>
          <p:nvPr/>
        </p:nvGraphicFramePr>
        <p:xfrm>
          <a:off x="26974800" y="13106400"/>
          <a:ext cx="4482465" cy="436880"/>
        </p:xfrm>
        <a:graphic>
          <a:graphicData uri="http://schemas.openxmlformats.org/presentationml/2006/ole">
            <mc:AlternateContent xmlns:mc="http://schemas.openxmlformats.org/markup-compatibility/2006">
              <mc:Choice xmlns:v="urn:schemas-microsoft-com:vml" Requires="v">
                <p:oleObj spid="_x0000_s7428" name="" r:id="rId40" imgW="2476500" imgH="241300" progId="Equation.KSEE3">
                  <p:embed/>
                </p:oleObj>
              </mc:Choice>
              <mc:Fallback>
                <p:oleObj name="" r:id="rId40" imgW="2476500" imgH="241300" progId="Equation.KSEE3">
                  <p:embed/>
                  <p:pic>
                    <p:nvPicPr>
                      <p:cNvPr id="0" name="图片 1024"/>
                      <p:cNvPicPr/>
                      <p:nvPr/>
                    </p:nvPicPr>
                    <p:blipFill>
                      <a:blip r:embed="rId41"/>
                      <a:stretch>
                        <a:fillRect/>
                      </a:stretch>
                    </p:blipFill>
                    <p:spPr>
                      <a:xfrm>
                        <a:off x="26974800" y="13106400"/>
                        <a:ext cx="4482465" cy="436880"/>
                      </a:xfrm>
                      <a:prstGeom prst="rect">
                        <a:avLst/>
                      </a:prstGeom>
                    </p:spPr>
                  </p:pic>
                </p:oleObj>
              </mc:Fallback>
            </mc:AlternateContent>
          </a:graphicData>
        </a:graphic>
      </p:graphicFrame>
      <p:graphicFrame>
        <p:nvGraphicFramePr>
          <p:cNvPr id="189" name="对象 188">
            <a:hlinkClick r:id="" action="ppaction://ole?verb=0"/>
          </p:cNvPr>
          <p:cNvGraphicFramePr>
            <a:graphicFrameLocks noChangeAspect="1"/>
          </p:cNvGraphicFramePr>
          <p:nvPr/>
        </p:nvGraphicFramePr>
        <p:xfrm>
          <a:off x="23012400" y="8686800"/>
          <a:ext cx="1843405" cy="278130"/>
        </p:xfrm>
        <a:graphic>
          <a:graphicData uri="http://schemas.openxmlformats.org/presentationml/2006/ole">
            <mc:AlternateContent xmlns:mc="http://schemas.openxmlformats.org/markup-compatibility/2006">
              <mc:Choice xmlns:v="urn:schemas-microsoft-com:vml" Requires="v">
                <p:oleObj spid="_x0000_s7429" name="" r:id="rId42" imgW="1511300" imgH="228600" progId="Equation.KSEE3">
                  <p:embed/>
                </p:oleObj>
              </mc:Choice>
              <mc:Fallback>
                <p:oleObj name="" r:id="rId42" imgW="1511300" imgH="228600" progId="Equation.KSEE3">
                  <p:embed/>
                  <p:pic>
                    <p:nvPicPr>
                      <p:cNvPr id="0" name="图片 1025"/>
                      <p:cNvPicPr/>
                      <p:nvPr/>
                    </p:nvPicPr>
                    <p:blipFill>
                      <a:blip r:embed="rId43"/>
                      <a:stretch>
                        <a:fillRect/>
                      </a:stretch>
                    </p:blipFill>
                    <p:spPr>
                      <a:xfrm>
                        <a:off x="23012400" y="8686800"/>
                        <a:ext cx="1843405" cy="278130"/>
                      </a:xfrm>
                      <a:prstGeom prst="rect">
                        <a:avLst/>
                      </a:prstGeom>
                    </p:spPr>
                  </p:pic>
                </p:oleObj>
              </mc:Fallback>
            </mc:AlternateContent>
          </a:graphicData>
        </a:graphic>
      </p:graphicFrame>
      <p:graphicFrame>
        <p:nvGraphicFramePr>
          <p:cNvPr id="190" name="对象 189">
            <a:hlinkClick r:id="" action="ppaction://ole?verb=0"/>
          </p:cNvPr>
          <p:cNvGraphicFramePr>
            <a:graphicFrameLocks noChangeAspect="1"/>
          </p:cNvGraphicFramePr>
          <p:nvPr/>
        </p:nvGraphicFramePr>
        <p:xfrm>
          <a:off x="26517600" y="8686800"/>
          <a:ext cx="1685925" cy="252095"/>
        </p:xfrm>
        <a:graphic>
          <a:graphicData uri="http://schemas.openxmlformats.org/presentationml/2006/ole">
            <mc:AlternateContent xmlns:mc="http://schemas.openxmlformats.org/markup-compatibility/2006">
              <mc:Choice xmlns:v="urn:schemas-microsoft-com:vml" Requires="v">
                <p:oleObj spid="_x0000_s7430" name="" r:id="rId44" imgW="1524000" imgH="228600" progId="Equation.KSEE3">
                  <p:embed/>
                </p:oleObj>
              </mc:Choice>
              <mc:Fallback>
                <p:oleObj name="" r:id="rId44" imgW="1524000" imgH="228600" progId="Equation.KSEE3">
                  <p:embed/>
                  <p:pic>
                    <p:nvPicPr>
                      <p:cNvPr id="0" name="图片 1025"/>
                      <p:cNvPicPr/>
                      <p:nvPr/>
                    </p:nvPicPr>
                    <p:blipFill>
                      <a:blip r:embed="rId45"/>
                      <a:stretch>
                        <a:fillRect/>
                      </a:stretch>
                    </p:blipFill>
                    <p:spPr>
                      <a:xfrm>
                        <a:off x="26517600" y="8686800"/>
                        <a:ext cx="1685925" cy="252095"/>
                      </a:xfrm>
                      <a:prstGeom prst="rect">
                        <a:avLst/>
                      </a:prstGeom>
                    </p:spPr>
                  </p:pic>
                </p:oleObj>
              </mc:Fallback>
            </mc:AlternateContent>
          </a:graphicData>
        </a:graphic>
      </p:graphicFrame>
      <p:graphicFrame>
        <p:nvGraphicFramePr>
          <p:cNvPr id="191" name="对象 190">
            <a:hlinkClick r:id="" action="ppaction://ole?verb=0"/>
          </p:cNvPr>
          <p:cNvGraphicFramePr>
            <a:graphicFrameLocks noChangeAspect="1"/>
          </p:cNvGraphicFramePr>
          <p:nvPr/>
        </p:nvGraphicFramePr>
        <p:xfrm>
          <a:off x="29504640" y="8686800"/>
          <a:ext cx="2226310" cy="261620"/>
        </p:xfrm>
        <a:graphic>
          <a:graphicData uri="http://schemas.openxmlformats.org/presentationml/2006/ole">
            <mc:AlternateContent xmlns:mc="http://schemas.openxmlformats.org/markup-compatibility/2006">
              <mc:Choice xmlns:v="urn:schemas-microsoft-com:vml" Requires="v">
                <p:oleObj spid="_x0000_s7431" name="" r:id="rId46" imgW="1943100" imgH="228600" progId="Equation.KSEE3">
                  <p:embed/>
                </p:oleObj>
              </mc:Choice>
              <mc:Fallback>
                <p:oleObj name="" r:id="rId46" imgW="1943100" imgH="228600" progId="Equation.KSEE3">
                  <p:embed/>
                  <p:pic>
                    <p:nvPicPr>
                      <p:cNvPr id="0" name="图片 1025"/>
                      <p:cNvPicPr/>
                      <p:nvPr/>
                    </p:nvPicPr>
                    <p:blipFill>
                      <a:blip r:embed="rId47"/>
                      <a:stretch>
                        <a:fillRect/>
                      </a:stretch>
                    </p:blipFill>
                    <p:spPr>
                      <a:xfrm>
                        <a:off x="29504640" y="8686800"/>
                        <a:ext cx="2226310" cy="261620"/>
                      </a:xfrm>
                      <a:prstGeom prst="rect">
                        <a:avLst/>
                      </a:prstGeom>
                    </p:spPr>
                  </p:pic>
                </p:oleObj>
              </mc:Fallback>
            </mc:AlternateContent>
          </a:graphicData>
        </a:graphic>
      </p:graphicFrame>
      <p:graphicFrame>
        <p:nvGraphicFramePr>
          <p:cNvPr id="192" name="对象 191">
            <a:hlinkClick r:id="" action="ppaction://ole?verb=0"/>
          </p:cNvPr>
          <p:cNvGraphicFramePr>
            <a:graphicFrameLocks noChangeAspect="1"/>
          </p:cNvGraphicFramePr>
          <p:nvPr/>
        </p:nvGraphicFramePr>
        <p:xfrm>
          <a:off x="23256240" y="13524230"/>
          <a:ext cx="1878965" cy="283845"/>
        </p:xfrm>
        <a:graphic>
          <a:graphicData uri="http://schemas.openxmlformats.org/presentationml/2006/ole">
            <mc:AlternateContent xmlns:mc="http://schemas.openxmlformats.org/markup-compatibility/2006">
              <mc:Choice xmlns:v="urn:schemas-microsoft-com:vml" Requires="v">
                <p:oleObj spid="_x0000_s7432" name="" r:id="rId48" imgW="1511300" imgH="228600" progId="Equation.KSEE3">
                  <p:embed/>
                </p:oleObj>
              </mc:Choice>
              <mc:Fallback>
                <p:oleObj name="" r:id="rId48" imgW="1511300" imgH="228600" progId="Equation.KSEE3">
                  <p:embed/>
                  <p:pic>
                    <p:nvPicPr>
                      <p:cNvPr id="0" name="图片 1025"/>
                      <p:cNvPicPr/>
                      <p:nvPr/>
                    </p:nvPicPr>
                    <p:blipFill>
                      <a:blip r:embed="rId43"/>
                      <a:stretch>
                        <a:fillRect/>
                      </a:stretch>
                    </p:blipFill>
                    <p:spPr>
                      <a:xfrm>
                        <a:off x="23256240" y="13524230"/>
                        <a:ext cx="1878965" cy="283845"/>
                      </a:xfrm>
                      <a:prstGeom prst="rect">
                        <a:avLst/>
                      </a:prstGeom>
                    </p:spPr>
                  </p:pic>
                </p:oleObj>
              </mc:Fallback>
            </mc:AlternateContent>
          </a:graphicData>
        </a:graphic>
      </p:graphicFrame>
      <p:graphicFrame>
        <p:nvGraphicFramePr>
          <p:cNvPr id="193" name="对象 192">
            <a:hlinkClick r:id="" action="ppaction://ole?verb=0"/>
          </p:cNvPr>
          <p:cNvGraphicFramePr>
            <a:graphicFrameLocks noChangeAspect="1"/>
          </p:cNvGraphicFramePr>
          <p:nvPr/>
        </p:nvGraphicFramePr>
        <p:xfrm>
          <a:off x="26504900" y="13524230"/>
          <a:ext cx="1977390" cy="295910"/>
        </p:xfrm>
        <a:graphic>
          <a:graphicData uri="http://schemas.openxmlformats.org/presentationml/2006/ole">
            <mc:AlternateContent xmlns:mc="http://schemas.openxmlformats.org/markup-compatibility/2006">
              <mc:Choice xmlns:v="urn:schemas-microsoft-com:vml" Requires="v">
                <p:oleObj spid="_x0000_s7433" name="" r:id="rId49" imgW="1524000" imgH="228600" progId="Equation.KSEE3">
                  <p:embed/>
                </p:oleObj>
              </mc:Choice>
              <mc:Fallback>
                <p:oleObj name="" r:id="rId49" imgW="1524000" imgH="228600" progId="Equation.KSEE3">
                  <p:embed/>
                  <p:pic>
                    <p:nvPicPr>
                      <p:cNvPr id="0" name="图片 1025"/>
                      <p:cNvPicPr/>
                      <p:nvPr/>
                    </p:nvPicPr>
                    <p:blipFill>
                      <a:blip r:embed="rId45"/>
                      <a:stretch>
                        <a:fillRect/>
                      </a:stretch>
                    </p:blipFill>
                    <p:spPr>
                      <a:xfrm>
                        <a:off x="26504900" y="13524230"/>
                        <a:ext cx="1977390" cy="295910"/>
                      </a:xfrm>
                      <a:prstGeom prst="rect">
                        <a:avLst/>
                      </a:prstGeom>
                    </p:spPr>
                  </p:pic>
                </p:oleObj>
              </mc:Fallback>
            </mc:AlternateContent>
          </a:graphicData>
        </a:graphic>
      </p:graphicFrame>
      <p:graphicFrame>
        <p:nvGraphicFramePr>
          <p:cNvPr id="194" name="对象 193">
            <a:hlinkClick r:id="" action="ppaction://ole?verb=0"/>
          </p:cNvPr>
          <p:cNvGraphicFramePr>
            <a:graphicFrameLocks noChangeAspect="1"/>
          </p:cNvGraphicFramePr>
          <p:nvPr/>
        </p:nvGraphicFramePr>
        <p:xfrm>
          <a:off x="29705300" y="13491845"/>
          <a:ext cx="2314575" cy="285115"/>
        </p:xfrm>
        <a:graphic>
          <a:graphicData uri="http://schemas.openxmlformats.org/presentationml/2006/ole">
            <mc:AlternateContent xmlns:mc="http://schemas.openxmlformats.org/markup-compatibility/2006">
              <mc:Choice xmlns:v="urn:schemas-microsoft-com:vml" Requires="v">
                <p:oleObj spid="_x0000_s7434" name="" r:id="rId50" imgW="1854200" imgH="228600" progId="Equation.KSEE3">
                  <p:embed/>
                </p:oleObj>
              </mc:Choice>
              <mc:Fallback>
                <p:oleObj name="" r:id="rId50" imgW="1854200" imgH="228600" progId="Equation.KSEE3">
                  <p:embed/>
                  <p:pic>
                    <p:nvPicPr>
                      <p:cNvPr id="0" name="图片 1025"/>
                      <p:cNvPicPr/>
                      <p:nvPr/>
                    </p:nvPicPr>
                    <p:blipFill>
                      <a:blip r:embed="rId51"/>
                      <a:stretch>
                        <a:fillRect/>
                      </a:stretch>
                    </p:blipFill>
                    <p:spPr>
                      <a:xfrm>
                        <a:off x="29705300" y="13491845"/>
                        <a:ext cx="2314575" cy="285115"/>
                      </a:xfrm>
                      <a:prstGeom prst="rect">
                        <a:avLst/>
                      </a:prstGeom>
                    </p:spPr>
                  </p:pic>
                </p:oleObj>
              </mc:Fallback>
            </mc:AlternateContent>
          </a:graphicData>
        </a:graphic>
      </p:graphicFrame>
      <p:graphicFrame>
        <p:nvGraphicFramePr>
          <p:cNvPr id="195" name="对象 194">
            <a:hlinkClick r:id="" action="ppaction://ole?verb=0"/>
          </p:cNvPr>
          <p:cNvGraphicFramePr>
            <a:graphicFrameLocks noChangeAspect="1"/>
          </p:cNvGraphicFramePr>
          <p:nvPr/>
        </p:nvGraphicFramePr>
        <p:xfrm>
          <a:off x="23241000" y="16764000"/>
          <a:ext cx="1892935" cy="274320"/>
        </p:xfrm>
        <a:graphic>
          <a:graphicData uri="http://schemas.openxmlformats.org/presentationml/2006/ole">
            <mc:AlternateContent xmlns:mc="http://schemas.openxmlformats.org/markup-compatibility/2006">
              <mc:Choice xmlns:v="urn:schemas-microsoft-com:vml" Requires="v">
                <p:oleObj spid="_x0000_s7435" name="" r:id="rId52" imgW="1574800" imgH="228600" progId="Equation.KSEE3">
                  <p:embed/>
                </p:oleObj>
              </mc:Choice>
              <mc:Fallback>
                <p:oleObj name="" r:id="rId52" imgW="1574800" imgH="228600" progId="Equation.KSEE3">
                  <p:embed/>
                  <p:pic>
                    <p:nvPicPr>
                      <p:cNvPr id="0" name="图片 1025"/>
                      <p:cNvPicPr/>
                      <p:nvPr/>
                    </p:nvPicPr>
                    <p:blipFill>
                      <a:blip r:embed="rId53"/>
                      <a:stretch>
                        <a:fillRect/>
                      </a:stretch>
                    </p:blipFill>
                    <p:spPr>
                      <a:xfrm>
                        <a:off x="23241000" y="16764000"/>
                        <a:ext cx="1892935" cy="274320"/>
                      </a:xfrm>
                      <a:prstGeom prst="rect">
                        <a:avLst/>
                      </a:prstGeom>
                    </p:spPr>
                  </p:pic>
                </p:oleObj>
              </mc:Fallback>
            </mc:AlternateContent>
          </a:graphicData>
        </a:graphic>
      </p:graphicFrame>
      <p:graphicFrame>
        <p:nvGraphicFramePr>
          <p:cNvPr id="196" name="对象 195">
            <a:hlinkClick r:id="" action="ppaction://ole?verb=0"/>
          </p:cNvPr>
          <p:cNvGraphicFramePr>
            <a:graphicFrameLocks noChangeAspect="1"/>
          </p:cNvGraphicFramePr>
          <p:nvPr/>
        </p:nvGraphicFramePr>
        <p:xfrm>
          <a:off x="26589990" y="16796385"/>
          <a:ext cx="1892300" cy="269875"/>
        </p:xfrm>
        <a:graphic>
          <a:graphicData uri="http://schemas.openxmlformats.org/presentationml/2006/ole">
            <mc:AlternateContent xmlns:mc="http://schemas.openxmlformats.org/markup-compatibility/2006">
              <mc:Choice xmlns:v="urn:schemas-microsoft-com:vml" Requires="v">
                <p:oleObj spid="_x0000_s7436" name="" r:id="rId54" imgW="1600200" imgH="228600" progId="Equation.KSEE3">
                  <p:embed/>
                </p:oleObj>
              </mc:Choice>
              <mc:Fallback>
                <p:oleObj name="" r:id="rId54" imgW="1600200" imgH="228600" progId="Equation.KSEE3">
                  <p:embed/>
                  <p:pic>
                    <p:nvPicPr>
                      <p:cNvPr id="0" name="图片 1025"/>
                      <p:cNvPicPr/>
                      <p:nvPr/>
                    </p:nvPicPr>
                    <p:blipFill>
                      <a:blip r:embed="rId55"/>
                      <a:stretch>
                        <a:fillRect/>
                      </a:stretch>
                    </p:blipFill>
                    <p:spPr>
                      <a:xfrm>
                        <a:off x="26589990" y="16796385"/>
                        <a:ext cx="1892300" cy="269875"/>
                      </a:xfrm>
                      <a:prstGeom prst="rect">
                        <a:avLst/>
                      </a:prstGeom>
                    </p:spPr>
                  </p:pic>
                </p:oleObj>
              </mc:Fallback>
            </mc:AlternateContent>
          </a:graphicData>
        </a:graphic>
      </p:graphicFrame>
      <p:grpSp>
        <p:nvGrpSpPr>
          <p:cNvPr id="14" name="组合 13"/>
          <p:cNvGrpSpPr/>
          <p:nvPr/>
        </p:nvGrpSpPr>
        <p:grpSpPr>
          <a:xfrm>
            <a:off x="25374600" y="8686800"/>
            <a:ext cx="3588385" cy="3373755"/>
            <a:chOff x="39461" y="22202"/>
            <a:chExt cx="3373" cy="2787"/>
          </a:xfrm>
        </p:grpSpPr>
        <p:pic>
          <p:nvPicPr>
            <p:cNvPr id="155" name="图片 154"/>
            <p:cNvPicPr>
              <a:picLocks noChangeAspect="1"/>
            </p:cNvPicPr>
            <p:nvPr/>
          </p:nvPicPr>
          <p:blipFill>
            <a:blip r:embed="rId56">
              <a:clrChange>
                <a:clrFrom>
                  <a:srgbClr val="FFFFFF">
                    <a:alpha val="100000"/>
                  </a:srgbClr>
                </a:clrFrom>
                <a:clrTo>
                  <a:srgbClr val="FFFFFF">
                    <a:alpha val="100000"/>
                    <a:alpha val="0"/>
                  </a:srgbClr>
                </a:clrTo>
              </a:clrChange>
            </a:blip>
            <a:stretch>
              <a:fillRect/>
            </a:stretch>
          </p:blipFill>
          <p:spPr>
            <a:xfrm>
              <a:off x="39461" y="22202"/>
              <a:ext cx="3373" cy="2787"/>
            </a:xfrm>
            <a:prstGeom prst="rect">
              <a:avLst/>
            </a:prstGeom>
          </p:spPr>
        </p:pic>
        <p:cxnSp>
          <p:nvCxnSpPr>
            <p:cNvPr id="197" name="直接连接符 196"/>
            <p:cNvCxnSpPr/>
            <p:nvPr/>
          </p:nvCxnSpPr>
          <p:spPr>
            <a:xfrm flipV="1">
              <a:off x="41472" y="22920"/>
              <a:ext cx="0" cy="123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22198330" y="8784590"/>
            <a:ext cx="3545205" cy="3184525"/>
            <a:chOff x="35661" y="13440"/>
            <a:chExt cx="6210" cy="5330"/>
          </a:xfrm>
        </p:grpSpPr>
        <p:pic>
          <p:nvPicPr>
            <p:cNvPr id="153" name="图片 152"/>
            <p:cNvPicPr>
              <a:picLocks noChangeAspect="1"/>
            </p:cNvPicPr>
            <p:nvPr/>
          </p:nvPicPr>
          <p:blipFill>
            <a:blip r:embed="rId57">
              <a:clrChange>
                <a:clrFrom>
                  <a:srgbClr val="FFFFFF">
                    <a:alpha val="100000"/>
                  </a:srgbClr>
                </a:clrFrom>
                <a:clrTo>
                  <a:srgbClr val="FFFFFF">
                    <a:alpha val="100000"/>
                    <a:alpha val="0"/>
                  </a:srgbClr>
                </a:clrTo>
              </a:clrChange>
            </a:blip>
            <a:stretch>
              <a:fillRect/>
            </a:stretch>
          </p:blipFill>
          <p:spPr>
            <a:xfrm>
              <a:off x="35661" y="13440"/>
              <a:ext cx="6211" cy="5330"/>
            </a:xfrm>
            <a:prstGeom prst="rect">
              <a:avLst/>
            </a:prstGeom>
          </p:spPr>
        </p:pic>
        <p:cxnSp>
          <p:nvCxnSpPr>
            <p:cNvPr id="198" name="直接连接符 197"/>
            <p:cNvCxnSpPr/>
            <p:nvPr/>
          </p:nvCxnSpPr>
          <p:spPr>
            <a:xfrm>
              <a:off x="39120" y="14880"/>
              <a:ext cx="0" cy="228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9" name="圆角矩形 198"/>
          <p:cNvSpPr/>
          <p:nvPr/>
        </p:nvSpPr>
        <p:spPr>
          <a:xfrm>
            <a:off x="22783800" y="7887970"/>
            <a:ext cx="3114675" cy="676910"/>
          </a:xfrm>
          <a:prstGeom prst="roundRect">
            <a:avLst/>
          </a:prstGeom>
          <a:noFill/>
          <a:ln w="28575" cmpd="sng">
            <a:solidFill>
              <a:schemeClr val="accent1">
                <a:shade val="50000"/>
              </a:schemeClr>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nvSpPr>
        <p:spPr>
          <a:xfrm>
            <a:off x="990600" y="20327620"/>
            <a:ext cx="3401695" cy="579120"/>
          </a:xfrm>
          <a:prstGeom prst="rect">
            <a:avLst/>
          </a:prstGeom>
          <a:noFill/>
        </p:spPr>
        <p:txBody>
          <a:bodyPr wrap="square" rtlCol="0">
            <a:noAutofit/>
          </a:bodyPr>
          <a:p>
            <a:r>
              <a:rPr lang="zh-CN" altLang="en-US" sz="1400"/>
              <a:t>Bhattarai, A.; Ghimire, Y.Polyelectrolyte. Encyclopedia.   (accessed on 26 May 2022).</a:t>
            </a:r>
            <a:endParaRPr lang="zh-CN" altLang="en-US" sz="1400"/>
          </a:p>
        </p:txBody>
      </p:sp>
      <p:pic>
        <p:nvPicPr>
          <p:cNvPr id="7" name="图片 6"/>
          <p:cNvPicPr>
            <a:picLocks noChangeAspect="1"/>
          </p:cNvPicPr>
          <p:nvPr>
            <p:custDataLst>
              <p:tags r:id="rId58"/>
            </p:custDataLst>
          </p:nvPr>
        </p:nvPicPr>
        <p:blipFill>
          <a:blip r:embed="rId59"/>
          <a:stretch>
            <a:fillRect/>
          </a:stretch>
        </p:blipFill>
        <p:spPr>
          <a:xfrm>
            <a:off x="1066800" y="17526000"/>
            <a:ext cx="2856230" cy="2801620"/>
          </a:xfrm>
          <a:prstGeom prst="rect">
            <a:avLst/>
          </a:prstGeom>
        </p:spPr>
      </p:pic>
      <p:sp>
        <p:nvSpPr>
          <p:cNvPr id="8" name="文本框 7"/>
          <p:cNvSpPr txBox="1"/>
          <p:nvPr/>
        </p:nvSpPr>
        <p:spPr>
          <a:xfrm>
            <a:off x="5511165" y="17387570"/>
            <a:ext cx="5520690" cy="706755"/>
          </a:xfrm>
          <a:prstGeom prst="rect">
            <a:avLst/>
          </a:prstGeom>
          <a:noFill/>
        </p:spPr>
        <p:txBody>
          <a:bodyPr wrap="square" rtlCol="0">
            <a:spAutoFit/>
          </a:bodyPr>
          <a:p>
            <a:pPr algn="l"/>
            <a:r>
              <a:rPr lang="en-US" altLang="zh-CN" dirty="0" smtClean="0">
                <a:solidFill>
                  <a:schemeClr val="tx1">
                    <a:lumMod val="85000"/>
                    <a:lumOff val="15000"/>
                  </a:schemeClr>
                </a:solidFill>
                <a:cs typeface="+mn-ea"/>
                <a:sym typeface="+mn-lt"/>
              </a:rPr>
              <a:t>1</a:t>
            </a:r>
            <a:r>
              <a:rPr lang="en-US" altLang="zh-CN" dirty="0" smtClean="0">
                <a:solidFill>
                  <a:schemeClr val="tx1">
                    <a:lumMod val="85000"/>
                    <a:lumOff val="15000"/>
                  </a:schemeClr>
                </a:solidFill>
                <a:latin typeface="+mn-lt"/>
                <a:cs typeface="+mn-lt"/>
                <a:sym typeface="+mn-lt"/>
              </a:rPr>
              <a:t>.</a:t>
            </a:r>
            <a:r>
              <a:rPr lang="zh-CN" altLang="en-US" dirty="0" smtClean="0">
                <a:solidFill>
                  <a:schemeClr val="tx1">
                    <a:lumMod val="85000"/>
                    <a:lumOff val="15000"/>
                  </a:schemeClr>
                </a:solidFill>
                <a:latin typeface="+mn-lt"/>
                <a:cs typeface="+mn-lt"/>
                <a:sym typeface="+mn-lt"/>
              </a:rPr>
              <a:t>It can </a:t>
            </a:r>
            <a:r>
              <a:rPr lang="zh-CN" altLang="en-US" dirty="0" smtClean="0">
                <a:solidFill>
                  <a:srgbClr val="00B050"/>
                </a:solidFill>
                <a:latin typeface="+mn-lt"/>
                <a:cs typeface="+mn-lt"/>
                <a:sym typeface="+mn-lt"/>
              </a:rPr>
              <a:t>be found everywhere</a:t>
            </a:r>
            <a:r>
              <a:rPr lang="zh-CN" altLang="en-US" dirty="0" smtClean="0">
                <a:solidFill>
                  <a:schemeClr val="tx1">
                    <a:lumMod val="85000"/>
                    <a:lumOff val="15000"/>
                  </a:schemeClr>
                </a:solidFill>
                <a:latin typeface="+mn-lt"/>
                <a:cs typeface="+mn-lt"/>
                <a:sym typeface="+mn-lt"/>
              </a:rPr>
              <a:t> in the </a:t>
            </a:r>
            <a:r>
              <a:rPr lang="en-US" altLang="zh-CN" dirty="0" smtClean="0">
                <a:solidFill>
                  <a:schemeClr val="tx1">
                    <a:lumMod val="85000"/>
                    <a:lumOff val="15000"/>
                  </a:schemeClr>
                </a:solidFill>
                <a:latin typeface="+mn-lt"/>
                <a:cs typeface="+mn-lt"/>
                <a:sym typeface="+mn-lt"/>
              </a:rPr>
              <a:t>biology</a:t>
            </a:r>
            <a:r>
              <a:rPr lang="zh-CN" altLang="en-US" dirty="0" smtClean="0">
                <a:solidFill>
                  <a:schemeClr val="tx1">
                    <a:lumMod val="85000"/>
                    <a:lumOff val="15000"/>
                  </a:schemeClr>
                </a:solidFill>
                <a:latin typeface="+mn-lt"/>
                <a:cs typeface="+mn-lt"/>
                <a:sym typeface="+mn-lt"/>
              </a:rPr>
              <a:t>.</a:t>
            </a:r>
            <a:endParaRPr lang="zh-CN" altLang="en-US" dirty="0" smtClean="0">
              <a:solidFill>
                <a:schemeClr val="tx1">
                  <a:lumMod val="85000"/>
                  <a:lumOff val="15000"/>
                </a:schemeClr>
              </a:solidFill>
              <a:latin typeface="+mn-lt"/>
              <a:cs typeface="+mn-lt"/>
              <a:sym typeface="+mn-lt"/>
            </a:endParaRPr>
          </a:p>
          <a:p>
            <a:pPr algn="l"/>
            <a:r>
              <a:rPr lang="en-US" altLang="zh-CN" dirty="0" smtClean="0">
                <a:solidFill>
                  <a:schemeClr val="tx1">
                    <a:lumMod val="85000"/>
                    <a:lumOff val="15000"/>
                  </a:schemeClr>
                </a:solidFill>
                <a:latin typeface="+mn-lt"/>
                <a:cs typeface="+mn-lt"/>
                <a:sym typeface="+mn-lt"/>
              </a:rPr>
              <a:t>---&gt;</a:t>
            </a:r>
            <a:r>
              <a:rPr dirty="0" smtClean="0">
                <a:solidFill>
                  <a:schemeClr val="tx1">
                    <a:lumMod val="85000"/>
                    <a:lumOff val="15000"/>
                  </a:schemeClr>
                </a:solidFill>
                <a:latin typeface="+mn-lt"/>
                <a:cs typeface="+mn-lt"/>
                <a:sym typeface="+mn-lt"/>
              </a:rPr>
              <a:t>It is helpful to understand biological processes.</a:t>
            </a:r>
            <a:endParaRPr dirty="0" smtClean="0">
              <a:solidFill>
                <a:schemeClr val="tx1">
                  <a:lumMod val="85000"/>
                  <a:lumOff val="15000"/>
                </a:schemeClr>
              </a:solidFill>
              <a:latin typeface="+mn-lt"/>
              <a:cs typeface="+mn-lt"/>
              <a:sym typeface="+mn-lt"/>
            </a:endParaRPr>
          </a:p>
        </p:txBody>
      </p:sp>
      <p:sp>
        <p:nvSpPr>
          <p:cNvPr id="44" name="文本框 43"/>
          <p:cNvSpPr txBox="1"/>
          <p:nvPr/>
        </p:nvSpPr>
        <p:spPr>
          <a:xfrm>
            <a:off x="5562600" y="18405475"/>
            <a:ext cx="5106670" cy="1014730"/>
          </a:xfrm>
          <a:prstGeom prst="rect">
            <a:avLst/>
          </a:prstGeom>
          <a:noFill/>
        </p:spPr>
        <p:txBody>
          <a:bodyPr wrap="square" rtlCol="0">
            <a:spAutoFit/>
          </a:bodyPr>
          <a:p>
            <a:pPr algn="l"/>
            <a:r>
              <a:rPr lang="en-US" altLang="zh-CN" dirty="0">
                <a:solidFill>
                  <a:schemeClr val="tx1">
                    <a:lumMod val="85000"/>
                    <a:lumOff val="15000"/>
                  </a:schemeClr>
                </a:solidFill>
                <a:cs typeface="+mn-ea"/>
                <a:sym typeface="+mn-lt"/>
              </a:rPr>
              <a:t>2.</a:t>
            </a:r>
            <a:r>
              <a:rPr lang="zh-CN" altLang="en-US" dirty="0">
                <a:solidFill>
                  <a:schemeClr val="tx1">
                    <a:lumMod val="85000"/>
                    <a:lumOff val="15000"/>
                  </a:schemeClr>
                </a:solidFill>
                <a:cs typeface="+mn-ea"/>
                <a:sym typeface="+mn-lt"/>
              </a:rPr>
              <a:t>There are </a:t>
            </a:r>
            <a:r>
              <a:rPr lang="zh-CN" altLang="en-US" dirty="0">
                <a:solidFill>
                  <a:srgbClr val="00B050"/>
                </a:solidFill>
                <a:cs typeface="+mn-ea"/>
                <a:sym typeface="+mn-lt"/>
              </a:rPr>
              <a:t>many</a:t>
            </a:r>
            <a:r>
              <a:rPr lang="zh-CN" altLang="en-US" dirty="0">
                <a:solidFill>
                  <a:schemeClr val="tx1">
                    <a:lumMod val="85000"/>
                    <a:lumOff val="15000"/>
                  </a:schemeClr>
                </a:solidFill>
                <a:cs typeface="+mn-ea"/>
                <a:sym typeface="+mn-lt"/>
              </a:rPr>
              <a:t> fields of </a:t>
            </a:r>
            <a:r>
              <a:rPr lang="zh-CN" altLang="en-US" dirty="0">
                <a:solidFill>
                  <a:srgbClr val="00B050"/>
                </a:solidFill>
                <a:cs typeface="+mn-ea"/>
                <a:sym typeface="+mn-lt"/>
              </a:rPr>
              <a:t>application</a:t>
            </a:r>
            <a:r>
              <a:rPr lang="en-US" altLang="zh-CN" dirty="0">
                <a:solidFill>
                  <a:schemeClr val="tx1">
                    <a:lumMod val="85000"/>
                    <a:lumOff val="15000"/>
                  </a:schemeClr>
                </a:solidFill>
                <a:cs typeface="+mn-ea"/>
                <a:sym typeface="+mn-lt"/>
              </a:rPr>
              <a:t>.</a:t>
            </a:r>
            <a:endParaRPr lang="en-US" altLang="zh-CN" dirty="0">
              <a:solidFill>
                <a:schemeClr val="tx1">
                  <a:lumMod val="85000"/>
                  <a:lumOff val="15000"/>
                </a:schemeClr>
              </a:solidFill>
              <a:cs typeface="+mn-ea"/>
              <a:sym typeface="+mn-lt"/>
            </a:endParaRPr>
          </a:p>
          <a:p>
            <a:pPr algn="l"/>
            <a:r>
              <a:rPr lang="en-US" altLang="zh-CN" dirty="0">
                <a:solidFill>
                  <a:schemeClr val="tx1">
                    <a:lumMod val="85000"/>
                    <a:lumOff val="15000"/>
                  </a:schemeClr>
                </a:solidFill>
                <a:cs typeface="+mn-ea"/>
                <a:sym typeface="+mn-lt"/>
              </a:rPr>
              <a:t>(e.g.)---&gt;Energy materials, solution additives, food, pharmaceuticals, coatings....</a:t>
            </a:r>
            <a:endParaRPr lang="en-US" altLang="zh-CN" dirty="0">
              <a:solidFill>
                <a:schemeClr val="tx1">
                  <a:lumMod val="85000"/>
                  <a:lumOff val="15000"/>
                </a:schemeClr>
              </a:solidFill>
              <a:cs typeface="+mn-ea"/>
              <a:sym typeface="+mn-lt"/>
            </a:endParaRPr>
          </a:p>
        </p:txBody>
      </p:sp>
      <p:sp>
        <p:nvSpPr>
          <p:cNvPr id="9" name="文本框 8"/>
          <p:cNvSpPr txBox="1"/>
          <p:nvPr/>
        </p:nvSpPr>
        <p:spPr>
          <a:xfrm>
            <a:off x="5511165" y="19672300"/>
            <a:ext cx="4815205" cy="1322070"/>
          </a:xfrm>
          <a:prstGeom prst="rect">
            <a:avLst/>
          </a:prstGeom>
          <a:noFill/>
        </p:spPr>
        <p:txBody>
          <a:bodyPr wrap="square" rtlCol="0">
            <a:spAutoFit/>
          </a:bodyPr>
          <a:p>
            <a:pPr algn="l"/>
            <a:r>
              <a:rPr lang="en-US" altLang="zh-CN" dirty="0" smtClean="0">
                <a:solidFill>
                  <a:schemeClr val="tx1">
                    <a:lumMod val="85000"/>
                    <a:lumOff val="15000"/>
                  </a:schemeClr>
                </a:solidFill>
                <a:cs typeface="+mn-ea"/>
                <a:sym typeface="+mn-lt"/>
              </a:rPr>
              <a:t>3.H</a:t>
            </a:r>
            <a:r>
              <a:rPr lang="zh-CN" altLang="en-US" dirty="0" smtClean="0">
                <a:solidFill>
                  <a:schemeClr val="tx1">
                    <a:lumMod val="85000"/>
                    <a:lumOff val="15000"/>
                  </a:schemeClr>
                </a:solidFill>
                <a:cs typeface="+mn-ea"/>
                <a:sym typeface="+mn-lt"/>
              </a:rPr>
              <a:t>uge </a:t>
            </a:r>
            <a:r>
              <a:rPr lang="zh-CN" altLang="en-US" dirty="0" smtClean="0">
                <a:solidFill>
                  <a:srgbClr val="00B050"/>
                </a:solidFill>
                <a:cs typeface="+mn-ea"/>
                <a:sym typeface="+mn-lt"/>
              </a:rPr>
              <a:t>challenge</a:t>
            </a:r>
            <a:endParaRPr lang="zh-CN" altLang="en-US" dirty="0" smtClean="0">
              <a:solidFill>
                <a:srgbClr val="00B050"/>
              </a:solidFill>
              <a:cs typeface="+mn-ea"/>
              <a:sym typeface="+mn-lt"/>
            </a:endParaRPr>
          </a:p>
          <a:p>
            <a:pPr algn="l"/>
            <a:r>
              <a:rPr lang="en-US" altLang="zh-CN" dirty="0" smtClean="0">
                <a:solidFill>
                  <a:schemeClr val="tx1"/>
                </a:solidFill>
                <a:cs typeface="+mn-ea"/>
                <a:sym typeface="+mn-lt"/>
              </a:rPr>
              <a:t>(why?)</a:t>
            </a:r>
            <a:r>
              <a:rPr lang="en-US" altLang="zh-CN" dirty="0" smtClean="0">
                <a:solidFill>
                  <a:schemeClr val="tx1">
                    <a:lumMod val="85000"/>
                    <a:lumOff val="15000"/>
                  </a:schemeClr>
                </a:solidFill>
                <a:cs typeface="+mn-ea"/>
                <a:sym typeface="+mn-lt"/>
              </a:rPr>
              <a:t>---&gt;There are many influencing factors.</a:t>
            </a:r>
            <a:endParaRPr lang="en-US" altLang="zh-CN" dirty="0" smtClean="0">
              <a:solidFill>
                <a:schemeClr val="tx1">
                  <a:lumMod val="85000"/>
                  <a:lumOff val="15000"/>
                </a:schemeClr>
              </a:solidFill>
              <a:cs typeface="+mn-ea"/>
              <a:sym typeface="+mn-lt"/>
            </a:endParaRPr>
          </a:p>
          <a:p>
            <a:pPr algn="l"/>
            <a:r>
              <a:rPr lang="en-US" altLang="zh-CN" dirty="0" smtClean="0">
                <a:solidFill>
                  <a:schemeClr val="tx1">
                    <a:lumMod val="85000"/>
                    <a:lumOff val="15000"/>
                  </a:schemeClr>
                </a:solidFill>
                <a:cs typeface="+mn-ea"/>
                <a:sym typeface="+mn-lt"/>
              </a:rPr>
              <a:t>Strong interconnectedness.</a:t>
            </a:r>
            <a:endParaRPr lang="en-US" altLang="zh-CN" dirty="0" smtClean="0">
              <a:solidFill>
                <a:schemeClr val="tx1">
                  <a:lumMod val="85000"/>
                  <a:lumOff val="15000"/>
                </a:schemeClr>
              </a:solidFill>
              <a:cs typeface="+mn-ea"/>
              <a:sym typeface="+mn-lt"/>
            </a:endParaRPr>
          </a:p>
        </p:txBody>
      </p:sp>
      <p:sp>
        <p:nvSpPr>
          <p:cNvPr id="10" name="左大括号 9"/>
          <p:cNvSpPr/>
          <p:nvPr/>
        </p:nvSpPr>
        <p:spPr>
          <a:xfrm>
            <a:off x="4648200" y="17678400"/>
            <a:ext cx="762000" cy="2807970"/>
          </a:xfrm>
          <a:prstGeom prst="leftBrace">
            <a:avLst/>
          </a:prstGeom>
          <a:ln w="571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pic>
        <p:nvPicPr>
          <p:cNvPr id="31" name="图片 30"/>
          <p:cNvPicPr>
            <a:picLocks noChangeAspect="1"/>
          </p:cNvPicPr>
          <p:nvPr/>
        </p:nvPicPr>
        <p:blipFill>
          <a:blip r:embed="rId60"/>
          <a:stretch>
            <a:fillRect/>
          </a:stretch>
        </p:blipFill>
        <p:spPr>
          <a:xfrm>
            <a:off x="12039600" y="7726045"/>
            <a:ext cx="3209925" cy="2716530"/>
          </a:xfrm>
          <a:prstGeom prst="rect">
            <a:avLst/>
          </a:prstGeom>
        </p:spPr>
      </p:pic>
      <p:sp>
        <p:nvSpPr>
          <p:cNvPr id="47" name="文本框 46"/>
          <p:cNvSpPr txBox="1"/>
          <p:nvPr/>
        </p:nvSpPr>
        <p:spPr>
          <a:xfrm>
            <a:off x="11555730" y="9829800"/>
            <a:ext cx="1090930" cy="579120"/>
          </a:xfrm>
          <a:prstGeom prst="rect">
            <a:avLst/>
          </a:prstGeom>
          <a:noFill/>
        </p:spPr>
        <p:txBody>
          <a:bodyPr wrap="square" rtlCol="0">
            <a:noAutofit/>
          </a:bodyPr>
          <a:p>
            <a:r>
              <a:rPr lang="en-US" altLang="zh-CN" sz="1400">
                <a:solidFill>
                  <a:srgbClr val="0F2DE3"/>
                </a:solidFill>
              </a:rPr>
              <a:t>supernate phase</a:t>
            </a:r>
            <a:endParaRPr lang="en-US" altLang="zh-CN" sz="1400">
              <a:solidFill>
                <a:srgbClr val="0F2DE3"/>
              </a:solidFill>
            </a:endParaRPr>
          </a:p>
        </p:txBody>
      </p:sp>
      <p:sp>
        <p:nvSpPr>
          <p:cNvPr id="24" name="文本框 23"/>
          <p:cNvSpPr txBox="1"/>
          <p:nvPr/>
        </p:nvSpPr>
        <p:spPr>
          <a:xfrm>
            <a:off x="14859000" y="8747125"/>
            <a:ext cx="1478280" cy="737235"/>
          </a:xfrm>
          <a:prstGeom prst="rect">
            <a:avLst/>
          </a:prstGeom>
          <a:noFill/>
        </p:spPr>
        <p:txBody>
          <a:bodyPr wrap="square" rtlCol="0">
            <a:spAutoFit/>
          </a:bodyPr>
          <a:p>
            <a:r>
              <a:rPr lang="en-US" altLang="zh-CN" sz="1400">
                <a:solidFill>
                  <a:srgbClr val="0F2DE3"/>
                </a:solidFill>
              </a:rPr>
              <a:t>complex coacervate phase</a:t>
            </a:r>
            <a:endParaRPr lang="en-US" altLang="zh-CN" sz="1400">
              <a:solidFill>
                <a:srgbClr val="0F2DE3"/>
              </a:solidFill>
            </a:endParaRPr>
          </a:p>
        </p:txBody>
      </p:sp>
      <p:cxnSp>
        <p:nvCxnSpPr>
          <p:cNvPr id="29" name="直接箭头连接符 28"/>
          <p:cNvCxnSpPr/>
          <p:nvPr/>
        </p:nvCxnSpPr>
        <p:spPr>
          <a:xfrm flipV="1">
            <a:off x="18669000" y="15392400"/>
            <a:ext cx="152400" cy="2286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pic>
        <p:nvPicPr>
          <p:cNvPr id="139" name="图片 138"/>
          <p:cNvPicPr>
            <a:picLocks noChangeAspect="1"/>
          </p:cNvPicPr>
          <p:nvPr/>
        </p:nvPicPr>
        <p:blipFill>
          <a:blip r:embed="rId61">
            <a:clrChange>
              <a:clrFrom>
                <a:srgbClr val="FFFFFF">
                  <a:alpha val="100000"/>
                </a:srgbClr>
              </a:clrFrom>
              <a:clrTo>
                <a:srgbClr val="FFFFFF">
                  <a:alpha val="100000"/>
                  <a:alpha val="0"/>
                </a:srgbClr>
              </a:clrTo>
            </a:clrChange>
          </a:blip>
          <a:stretch>
            <a:fillRect/>
          </a:stretch>
        </p:blipFill>
        <p:spPr>
          <a:xfrm>
            <a:off x="22251035" y="16925290"/>
            <a:ext cx="3505835" cy="3351530"/>
          </a:xfrm>
          <a:prstGeom prst="rect">
            <a:avLst/>
          </a:prstGeom>
        </p:spPr>
      </p:pic>
      <p:cxnSp>
        <p:nvCxnSpPr>
          <p:cNvPr id="30" name="直接箭头连接符 29"/>
          <p:cNvCxnSpPr/>
          <p:nvPr/>
        </p:nvCxnSpPr>
        <p:spPr>
          <a:xfrm flipH="1">
            <a:off x="12268200" y="9481185"/>
            <a:ext cx="609600" cy="384175"/>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V="1">
            <a:off x="14706600" y="9291955"/>
            <a:ext cx="381000" cy="1524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51" name="圆角矩形 50"/>
          <p:cNvSpPr/>
          <p:nvPr/>
        </p:nvSpPr>
        <p:spPr>
          <a:xfrm>
            <a:off x="11810365" y="6934200"/>
            <a:ext cx="7278370" cy="685800"/>
          </a:xfrm>
          <a:prstGeom prst="roundRect">
            <a:avLst/>
          </a:prstGeom>
          <a:noFill/>
          <a:ln w="2222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 name="文本框 76"/>
          <p:cNvSpPr txBox="1"/>
          <p:nvPr/>
        </p:nvSpPr>
        <p:spPr>
          <a:xfrm>
            <a:off x="11922125" y="6933565"/>
            <a:ext cx="7832725" cy="634365"/>
          </a:xfrm>
          <a:prstGeom prst="rect">
            <a:avLst/>
          </a:prstGeom>
          <a:noFill/>
        </p:spPr>
        <p:txBody>
          <a:bodyPr wrap="square" rtlCol="0">
            <a:noAutofit/>
          </a:bodyPr>
          <a:lstStyle/>
          <a:p>
            <a:r>
              <a:rPr lang="en-US" altLang="zh-CN">
                <a:solidFill>
                  <a:srgbClr val="006989"/>
                </a:solidFill>
              </a:rPr>
              <a:t>Solution of  a pair of ions with opposite charges=</a:t>
            </a:r>
            <a:endParaRPr lang="en-US" altLang="zh-CN">
              <a:solidFill>
                <a:srgbClr val="006989"/>
              </a:solidFill>
            </a:endParaRPr>
          </a:p>
          <a:p>
            <a:r>
              <a:rPr lang="en-US" altLang="zh-CN">
                <a:solidFill>
                  <a:srgbClr val="006989"/>
                </a:solidFill>
              </a:rPr>
              <a:t>                    ---&gt;complex coacervate phase + dilute supernate phase</a:t>
            </a:r>
            <a:endParaRPr lang="en-US" altLang="zh-CN">
              <a:solidFill>
                <a:srgbClr val="006989"/>
              </a:solidFill>
            </a:endParaRPr>
          </a:p>
        </p:txBody>
      </p:sp>
      <p:graphicFrame>
        <p:nvGraphicFramePr>
          <p:cNvPr id="52" name="对象 51">
            <a:hlinkClick r:id="" action="ppaction://ole?verb="/>
          </p:cNvPr>
          <p:cNvGraphicFramePr>
            <a:graphicFrameLocks noChangeAspect="1"/>
          </p:cNvGraphicFramePr>
          <p:nvPr/>
        </p:nvGraphicFramePr>
        <p:xfrm>
          <a:off x="22935883" y="7954010"/>
          <a:ext cx="177165" cy="228600"/>
        </p:xfrm>
        <a:graphic>
          <a:graphicData uri="http://schemas.openxmlformats.org/presentationml/2006/ole">
            <mc:AlternateContent xmlns:mc="http://schemas.openxmlformats.org/markup-compatibility/2006">
              <mc:Choice xmlns:v="urn:schemas-microsoft-com:vml" Requires="v">
                <p:oleObj spid="_x0000_s1025" name="" r:id="rId62" imgW="177165" imgH="228600" progId="Equation.KSEE3">
                  <p:embed/>
                </p:oleObj>
              </mc:Choice>
              <mc:Fallback>
                <p:oleObj name="" r:id="rId62" imgW="177165" imgH="228600" progId="Equation.KSEE3">
                  <p:embed/>
                  <p:pic>
                    <p:nvPicPr>
                      <p:cNvPr id="0" name="图片 1024"/>
                      <p:cNvPicPr/>
                      <p:nvPr/>
                    </p:nvPicPr>
                    <p:blipFill>
                      <a:blip r:embed="rId63"/>
                      <a:stretch>
                        <a:fillRect/>
                      </a:stretch>
                    </p:blipFill>
                    <p:spPr>
                      <a:xfrm>
                        <a:off x="22935883" y="7954010"/>
                        <a:ext cx="177165" cy="228600"/>
                      </a:xfrm>
                      <a:prstGeom prst="rect">
                        <a:avLst/>
                      </a:prstGeom>
                    </p:spPr>
                  </p:pic>
                </p:oleObj>
              </mc:Fallback>
            </mc:AlternateContent>
          </a:graphicData>
        </a:graphic>
      </p:graphicFrame>
      <p:graphicFrame>
        <p:nvGraphicFramePr>
          <p:cNvPr id="53" name="对象 52">
            <a:hlinkClick r:id="" action="ppaction://ole?verb="/>
          </p:cNvPr>
          <p:cNvGraphicFramePr>
            <a:graphicFrameLocks noChangeAspect="1"/>
          </p:cNvGraphicFramePr>
          <p:nvPr/>
        </p:nvGraphicFramePr>
        <p:xfrm>
          <a:off x="22936201" y="8182610"/>
          <a:ext cx="190500" cy="215900"/>
        </p:xfrm>
        <a:graphic>
          <a:graphicData uri="http://schemas.openxmlformats.org/presentationml/2006/ole">
            <mc:AlternateContent xmlns:mc="http://schemas.openxmlformats.org/markup-compatibility/2006">
              <mc:Choice xmlns:v="urn:schemas-microsoft-com:vml" Requires="v">
                <p:oleObj spid="_x0000_s2" name="" r:id="rId64" imgW="190500" imgH="215900" progId="Equation.KSEE3">
                  <p:embed/>
                </p:oleObj>
              </mc:Choice>
              <mc:Fallback>
                <p:oleObj name="" r:id="rId64" imgW="190500" imgH="215900" progId="Equation.KSEE3">
                  <p:embed/>
                  <p:pic>
                    <p:nvPicPr>
                      <p:cNvPr id="0" name="图片 1024"/>
                      <p:cNvPicPr/>
                      <p:nvPr/>
                    </p:nvPicPr>
                    <p:blipFill>
                      <a:blip r:embed="rId65"/>
                      <a:stretch>
                        <a:fillRect/>
                      </a:stretch>
                    </p:blipFill>
                    <p:spPr>
                      <a:xfrm>
                        <a:off x="22936201" y="8182610"/>
                        <a:ext cx="190500" cy="215900"/>
                      </a:xfrm>
                      <a:prstGeom prst="rect">
                        <a:avLst/>
                      </a:prstGeom>
                    </p:spPr>
                  </p:pic>
                </p:oleObj>
              </mc:Fallback>
            </mc:AlternateContent>
          </a:graphicData>
        </a:graphic>
      </p:graphicFrame>
      <p:sp>
        <p:nvSpPr>
          <p:cNvPr id="162" name="文本框 161"/>
          <p:cNvSpPr txBox="1"/>
          <p:nvPr/>
        </p:nvSpPr>
        <p:spPr>
          <a:xfrm>
            <a:off x="22621240" y="11950700"/>
            <a:ext cx="7603490" cy="747395"/>
          </a:xfrm>
          <a:prstGeom prst="rect">
            <a:avLst/>
          </a:prstGeom>
          <a:noFill/>
        </p:spPr>
        <p:txBody>
          <a:bodyPr wrap="square" rtlCol="0">
            <a:noAutofit/>
          </a:bodyPr>
          <a:p>
            <a:r>
              <a:rPr lang="en-US" altLang="zh-CN" sz="1400"/>
              <a:t>-The slope and asymmetry of the phase diagram are caused by the fixed charge </a:t>
            </a:r>
            <a:r>
              <a:rPr sz="1400">
                <a:sym typeface="+mn-ea"/>
              </a:rPr>
              <a:t>fractions</a:t>
            </a:r>
            <a:r>
              <a:rPr lang="en-US" altLang="zh-CN" sz="1400"/>
              <a:t> of PA chains.</a:t>
            </a:r>
            <a:endParaRPr lang="en-US" altLang="zh-CN" sz="1400"/>
          </a:p>
          <a:p>
            <a:r>
              <a:rPr lang="en-US" altLang="zh-CN" sz="1400"/>
              <a:t>-Analogous to typical diblock copolymer melts----&gt;ODT from disorder to BCC,spinodals,OOT from BCC to HEX</a:t>
            </a:r>
            <a:endParaRPr lang="en-US" altLang="zh-CN" sz="1400"/>
          </a:p>
        </p:txBody>
      </p:sp>
      <p:graphicFrame>
        <p:nvGraphicFramePr>
          <p:cNvPr id="161" name="对象 160">
            <a:hlinkClick r:id="" action="ppaction://ole?verb=0"/>
          </p:cNvPr>
          <p:cNvGraphicFramePr>
            <a:graphicFrameLocks noChangeAspect="1"/>
          </p:cNvGraphicFramePr>
          <p:nvPr/>
        </p:nvGraphicFramePr>
        <p:xfrm>
          <a:off x="22707600" y="12706350"/>
          <a:ext cx="2741930" cy="320040"/>
        </p:xfrm>
        <a:graphic>
          <a:graphicData uri="http://schemas.openxmlformats.org/presentationml/2006/ole">
            <mc:AlternateContent xmlns:mc="http://schemas.openxmlformats.org/markup-compatibility/2006">
              <mc:Choice xmlns:v="urn:schemas-microsoft-com:vml" Requires="v">
                <p:oleObj spid="_x0000_s7415" name="" r:id="rId66" imgW="1968500" imgH="241300" progId="Equation.KSEE3">
                  <p:embed/>
                </p:oleObj>
              </mc:Choice>
              <mc:Fallback>
                <p:oleObj name="" r:id="rId66" imgW="1968500" imgH="241300" progId="Equation.KSEE3">
                  <p:embed/>
                  <p:pic>
                    <p:nvPicPr>
                      <p:cNvPr id="0" name="图片 1032"/>
                      <p:cNvPicPr/>
                      <p:nvPr/>
                    </p:nvPicPr>
                    <p:blipFill>
                      <a:blip r:embed="rId67"/>
                      <a:stretch>
                        <a:fillRect/>
                      </a:stretch>
                    </p:blipFill>
                    <p:spPr>
                      <a:xfrm>
                        <a:off x="22707600" y="12706350"/>
                        <a:ext cx="2741930" cy="320040"/>
                      </a:xfrm>
                      <a:prstGeom prst="rect">
                        <a:avLst/>
                      </a:prstGeom>
                    </p:spPr>
                  </p:pic>
                </p:oleObj>
              </mc:Fallback>
            </mc:AlternateContent>
          </a:graphicData>
        </a:graphic>
      </p:graphicFrame>
      <p:graphicFrame>
        <p:nvGraphicFramePr>
          <p:cNvPr id="165" name="对象 164">
            <a:hlinkClick r:id="" action="ppaction://ole?verb=0"/>
          </p:cNvPr>
          <p:cNvGraphicFramePr>
            <a:graphicFrameLocks noChangeAspect="1"/>
          </p:cNvGraphicFramePr>
          <p:nvPr/>
        </p:nvGraphicFramePr>
        <p:xfrm>
          <a:off x="25625425" y="12725400"/>
          <a:ext cx="971550" cy="333375"/>
        </p:xfrm>
        <a:graphic>
          <a:graphicData uri="http://schemas.openxmlformats.org/presentationml/2006/ole">
            <mc:AlternateContent xmlns:mc="http://schemas.openxmlformats.org/markup-compatibility/2006">
              <mc:Choice xmlns:v="urn:schemas-microsoft-com:vml" Requires="v">
                <p:oleObj spid="_x0000_s7416" name="" r:id="rId68" imgW="634365" imgH="228600" progId="Equation.KSEE3">
                  <p:embed/>
                </p:oleObj>
              </mc:Choice>
              <mc:Fallback>
                <p:oleObj name="" r:id="rId68" imgW="634365" imgH="228600" progId="Equation.KSEE3">
                  <p:embed/>
                  <p:pic>
                    <p:nvPicPr>
                      <p:cNvPr id="0" name="图片 1033"/>
                      <p:cNvPicPr/>
                      <p:nvPr/>
                    </p:nvPicPr>
                    <p:blipFill>
                      <a:blip r:embed="rId69"/>
                      <a:stretch>
                        <a:fillRect/>
                      </a:stretch>
                    </p:blipFill>
                    <p:spPr>
                      <a:xfrm>
                        <a:off x="25625425" y="12725400"/>
                        <a:ext cx="971550" cy="333375"/>
                      </a:xfrm>
                      <a:prstGeom prst="rect">
                        <a:avLst/>
                      </a:prstGeom>
                    </p:spPr>
                  </p:pic>
                </p:oleObj>
              </mc:Fallback>
            </mc:AlternateContent>
          </a:graphicData>
        </a:graphic>
      </p:graphicFrame>
      <p:sp>
        <p:nvSpPr>
          <p:cNvPr id="164" name="文本框 163"/>
          <p:cNvSpPr txBox="1"/>
          <p:nvPr/>
        </p:nvSpPr>
        <p:spPr>
          <a:xfrm>
            <a:off x="29371290" y="12496800"/>
            <a:ext cx="2480945" cy="377825"/>
          </a:xfrm>
          <a:prstGeom prst="rect">
            <a:avLst/>
          </a:prstGeom>
          <a:noFill/>
        </p:spPr>
        <p:txBody>
          <a:bodyPr wrap="square" rtlCol="0">
            <a:noAutofit/>
          </a:bodyPr>
          <a:p>
            <a:r>
              <a:rPr lang="ko-KR" altLang="zh-CN" sz="1600"/>
              <a:t>towards longer chain length</a:t>
            </a:r>
            <a:r>
              <a:rPr lang="en-US" altLang="ko-KR" sz="1600"/>
              <a:t> </a:t>
            </a:r>
            <a:endParaRPr lang="en-US" altLang="ko-KR" sz="1600"/>
          </a:p>
        </p:txBody>
      </p:sp>
      <p:graphicFrame>
        <p:nvGraphicFramePr>
          <p:cNvPr id="152" name="对象 151">
            <a:hlinkClick r:id="" action="ppaction://ole?verb=0"/>
          </p:cNvPr>
          <p:cNvGraphicFramePr>
            <a:graphicFrameLocks noChangeAspect="1"/>
          </p:cNvGraphicFramePr>
          <p:nvPr/>
        </p:nvGraphicFramePr>
        <p:xfrm>
          <a:off x="40414575" y="9321800"/>
          <a:ext cx="1405255" cy="255270"/>
        </p:xfrm>
        <a:graphic>
          <a:graphicData uri="http://schemas.openxmlformats.org/presentationml/2006/ole">
            <mc:AlternateContent xmlns:mc="http://schemas.openxmlformats.org/markup-compatibility/2006">
              <mc:Choice xmlns:v="urn:schemas-microsoft-com:vml" Requires="v">
                <p:oleObj spid="_x0000_s7413" name="" r:id="rId70" imgW="1257300" imgH="228600" progId="Equation.KSEE3">
                  <p:embed/>
                </p:oleObj>
              </mc:Choice>
              <mc:Fallback>
                <p:oleObj name="" r:id="rId70" imgW="1257300" imgH="228600" progId="Equation.KSEE3">
                  <p:embed/>
                  <p:pic>
                    <p:nvPicPr>
                      <p:cNvPr id="0" name="图片 6145"/>
                      <p:cNvPicPr/>
                      <p:nvPr/>
                    </p:nvPicPr>
                    <p:blipFill>
                      <a:blip r:embed="rId71"/>
                      <a:stretch>
                        <a:fillRect/>
                      </a:stretch>
                    </p:blipFill>
                    <p:spPr>
                      <a:xfrm>
                        <a:off x="40414575" y="9321800"/>
                        <a:ext cx="1405255" cy="255270"/>
                      </a:xfrm>
                      <a:prstGeom prst="rect">
                        <a:avLst/>
                      </a:prstGeom>
                    </p:spPr>
                  </p:pic>
                </p:oleObj>
              </mc:Fallback>
            </mc:AlternateContent>
          </a:graphicData>
        </a:graphic>
      </p:graphicFrame>
      <p:sp>
        <p:nvSpPr>
          <p:cNvPr id="154" name="文本框 153"/>
          <p:cNvSpPr txBox="1"/>
          <p:nvPr/>
        </p:nvSpPr>
        <p:spPr>
          <a:xfrm>
            <a:off x="40118665" y="9741535"/>
            <a:ext cx="2723515" cy="1568450"/>
          </a:xfrm>
          <a:prstGeom prst="rect">
            <a:avLst/>
          </a:prstGeom>
          <a:noFill/>
        </p:spPr>
        <p:txBody>
          <a:bodyPr wrap="square" rtlCol="0">
            <a:spAutoFit/>
          </a:bodyPr>
          <a:p>
            <a:pPr algn="l"/>
            <a:r>
              <a:rPr lang="zh-CN" altLang="en-US" sz="1600" dirty="0"/>
              <a:t>suppressed by bulk modulus</a:t>
            </a:r>
            <a:r>
              <a:rPr lang="en-US" altLang="zh-CN" sz="1600" dirty="0"/>
              <a:t>:</a:t>
            </a:r>
            <a:endParaRPr lang="en-US" altLang="zh-CN" sz="1600" dirty="0"/>
          </a:p>
          <a:p>
            <a:pPr algn="l"/>
            <a:r>
              <a:rPr sz="1600" dirty="0"/>
              <a:t>As the pressure of the system , the bulk modulus . </a:t>
            </a:r>
            <a:r>
              <a:rPr lang="en-US" sz="1600" dirty="0"/>
              <a:t> </a:t>
            </a:r>
            <a:r>
              <a:rPr sz="1600" dirty="0"/>
              <a:t> </a:t>
            </a:r>
            <a:r>
              <a:rPr lang="en-US" sz="1600" dirty="0"/>
              <a:t>     </a:t>
            </a:r>
            <a:r>
              <a:rPr sz="1600" dirty="0"/>
              <a:t>is</a:t>
            </a:r>
            <a:r>
              <a:rPr lang="en-US" sz="1600" dirty="0"/>
              <a:t> </a:t>
            </a:r>
            <a:r>
              <a:rPr sz="1600" dirty="0"/>
              <a:t>suppressed by the bulk modulus and therefore decreases.</a:t>
            </a:r>
            <a:endParaRPr sz="1600" dirty="0"/>
          </a:p>
        </p:txBody>
      </p:sp>
      <p:graphicFrame>
        <p:nvGraphicFramePr>
          <p:cNvPr id="156" name="对象 155">
            <a:hlinkClick r:id="" action="ppaction://ole?verb=0"/>
          </p:cNvPr>
          <p:cNvGraphicFramePr>
            <a:graphicFrameLocks noChangeAspect="1"/>
          </p:cNvGraphicFramePr>
          <p:nvPr/>
        </p:nvGraphicFramePr>
        <p:xfrm>
          <a:off x="41819830" y="10193655"/>
          <a:ext cx="260350" cy="292735"/>
        </p:xfrm>
        <a:graphic>
          <a:graphicData uri="http://schemas.openxmlformats.org/presentationml/2006/ole">
            <mc:AlternateContent xmlns:mc="http://schemas.openxmlformats.org/markup-compatibility/2006">
              <mc:Choice xmlns:v="urn:schemas-microsoft-com:vml" Requires="v">
                <p:oleObj spid="_x0000_s7414" name="" r:id="rId72" imgW="203200" imgH="228600" progId="Equation.KSEE3">
                  <p:embed/>
                </p:oleObj>
              </mc:Choice>
              <mc:Fallback>
                <p:oleObj name="" r:id="rId72" imgW="203200" imgH="228600" progId="Equation.KSEE3">
                  <p:embed/>
                  <p:pic>
                    <p:nvPicPr>
                      <p:cNvPr id="0" name="图片 1031"/>
                      <p:cNvPicPr/>
                      <p:nvPr/>
                    </p:nvPicPr>
                    <p:blipFill>
                      <a:blip r:embed="rId73"/>
                      <a:stretch>
                        <a:fillRect/>
                      </a:stretch>
                    </p:blipFill>
                    <p:spPr>
                      <a:xfrm>
                        <a:off x="41819830" y="10193655"/>
                        <a:ext cx="260350" cy="292735"/>
                      </a:xfrm>
                      <a:prstGeom prst="rect">
                        <a:avLst/>
                      </a:prstGeom>
                    </p:spPr>
                  </p:pic>
                </p:oleObj>
              </mc:Fallback>
            </mc:AlternateContent>
          </a:graphicData>
        </a:graphic>
      </p:graphicFrame>
      <p:sp>
        <p:nvSpPr>
          <p:cNvPr id="157" name="文本框 156"/>
          <p:cNvSpPr txBox="1"/>
          <p:nvPr/>
        </p:nvSpPr>
        <p:spPr>
          <a:xfrm>
            <a:off x="40157400" y="9563735"/>
            <a:ext cx="2154555" cy="337185"/>
          </a:xfrm>
          <a:prstGeom prst="rect">
            <a:avLst/>
          </a:prstGeom>
          <a:noFill/>
        </p:spPr>
        <p:txBody>
          <a:bodyPr wrap="square" rtlCol="0">
            <a:spAutoFit/>
          </a:bodyPr>
          <a:p>
            <a:r>
              <a:rPr lang="en-US" altLang="zh-CN" sz="1600" dirty="0">
                <a:solidFill>
                  <a:schemeClr val="tx1">
                    <a:lumMod val="75000"/>
                    <a:lumOff val="25000"/>
                  </a:schemeClr>
                </a:solidFill>
                <a:cs typeface="+mn-ea"/>
                <a:sym typeface="+mn-lt"/>
              </a:rPr>
              <a:t>-Baroplastic:</a:t>
            </a:r>
            <a:endParaRPr lang="en-US" altLang="zh-CN" sz="1600" dirty="0">
              <a:solidFill>
                <a:schemeClr val="tx1">
                  <a:lumMod val="75000"/>
                  <a:lumOff val="25000"/>
                </a:schemeClr>
              </a:solidFill>
              <a:cs typeface="+mn-ea"/>
              <a:sym typeface="+mn-lt"/>
            </a:endParaRPr>
          </a:p>
        </p:txBody>
      </p:sp>
      <p:sp>
        <p:nvSpPr>
          <p:cNvPr id="158" name="文本框 157"/>
          <p:cNvSpPr txBox="1"/>
          <p:nvPr/>
        </p:nvSpPr>
        <p:spPr>
          <a:xfrm>
            <a:off x="40157400" y="8991600"/>
            <a:ext cx="2154555" cy="337185"/>
          </a:xfrm>
          <a:prstGeom prst="rect">
            <a:avLst/>
          </a:prstGeom>
          <a:noFill/>
        </p:spPr>
        <p:txBody>
          <a:bodyPr wrap="square" rtlCol="0">
            <a:spAutoFit/>
          </a:bodyPr>
          <a:p>
            <a:r>
              <a:rPr lang="en-US" altLang="zh-CN" sz="1600" dirty="0">
                <a:solidFill>
                  <a:schemeClr val="tx1">
                    <a:lumMod val="75000"/>
                    <a:lumOff val="25000"/>
                  </a:schemeClr>
                </a:solidFill>
                <a:cs typeface="+mn-ea"/>
                <a:sym typeface="+mn-lt"/>
              </a:rPr>
              <a:t>-Barotropic:</a:t>
            </a:r>
            <a:endParaRPr lang="en-US" altLang="zh-CN" sz="1600" dirty="0">
              <a:solidFill>
                <a:schemeClr val="tx1">
                  <a:lumMod val="75000"/>
                  <a:lumOff val="25000"/>
                </a:schemeClr>
              </a:solidFill>
              <a:cs typeface="+mn-ea"/>
              <a:sym typeface="+mn-lt"/>
            </a:endParaRPr>
          </a:p>
        </p:txBody>
      </p:sp>
      <p:graphicFrame>
        <p:nvGraphicFramePr>
          <p:cNvPr id="171" name="对象 170">
            <a:hlinkClick r:id="" action="ppaction://ole?verb=0"/>
          </p:cNvPr>
          <p:cNvGraphicFramePr>
            <a:graphicFrameLocks noChangeAspect="1"/>
          </p:cNvGraphicFramePr>
          <p:nvPr/>
        </p:nvGraphicFramePr>
        <p:xfrm>
          <a:off x="29493210" y="17051655"/>
          <a:ext cx="848995" cy="306070"/>
        </p:xfrm>
        <a:graphic>
          <a:graphicData uri="http://schemas.openxmlformats.org/presentationml/2006/ole">
            <mc:AlternateContent xmlns:mc="http://schemas.openxmlformats.org/markup-compatibility/2006">
              <mc:Choice xmlns:v="urn:schemas-microsoft-com:vml" Requires="v">
                <p:oleObj spid="_x0000_s7417" name="" r:id="rId74" imgW="634365" imgH="228600" progId="Equation.KSEE3">
                  <p:embed/>
                </p:oleObj>
              </mc:Choice>
              <mc:Fallback>
                <p:oleObj name="" r:id="rId74" imgW="634365" imgH="228600" progId="Equation.KSEE3">
                  <p:embed/>
                  <p:pic>
                    <p:nvPicPr>
                      <p:cNvPr id="0" name="图片 1033"/>
                      <p:cNvPicPr/>
                      <p:nvPr/>
                    </p:nvPicPr>
                    <p:blipFill>
                      <a:blip r:embed="rId35"/>
                      <a:stretch>
                        <a:fillRect/>
                      </a:stretch>
                    </p:blipFill>
                    <p:spPr>
                      <a:xfrm>
                        <a:off x="29493210" y="17051655"/>
                        <a:ext cx="848995" cy="306070"/>
                      </a:xfrm>
                      <a:prstGeom prst="rect">
                        <a:avLst/>
                      </a:prstGeom>
                    </p:spPr>
                  </p:pic>
                </p:oleObj>
              </mc:Fallback>
            </mc:AlternateContent>
          </a:graphicData>
        </a:graphic>
      </p:graphicFrame>
      <p:graphicFrame>
        <p:nvGraphicFramePr>
          <p:cNvPr id="172" name="对象 171">
            <a:hlinkClick r:id="" action="ppaction://ole?verb=0"/>
          </p:cNvPr>
          <p:cNvGraphicFramePr>
            <a:graphicFrameLocks noChangeAspect="1"/>
          </p:cNvGraphicFramePr>
          <p:nvPr/>
        </p:nvGraphicFramePr>
        <p:xfrm>
          <a:off x="29544645" y="17317085"/>
          <a:ext cx="1938020" cy="913130"/>
        </p:xfrm>
        <a:graphic>
          <a:graphicData uri="http://schemas.openxmlformats.org/presentationml/2006/ole">
            <mc:AlternateContent xmlns:mc="http://schemas.openxmlformats.org/markup-compatibility/2006">
              <mc:Choice xmlns:v="urn:schemas-microsoft-com:vml" Requires="v">
                <p:oleObj spid="_x0000_s7418" name="" r:id="rId75" imgW="1536700" imgH="723900" progId="Equation.KSEE3">
                  <p:embed/>
                </p:oleObj>
              </mc:Choice>
              <mc:Fallback>
                <p:oleObj name="" r:id="rId75" imgW="1536700" imgH="723900" progId="Equation.KSEE3">
                  <p:embed/>
                  <p:pic>
                    <p:nvPicPr>
                      <p:cNvPr id="0" name="图片 1034"/>
                      <p:cNvPicPr/>
                      <p:nvPr/>
                    </p:nvPicPr>
                    <p:blipFill>
                      <a:blip r:embed="rId76"/>
                      <a:stretch>
                        <a:fillRect/>
                      </a:stretch>
                    </p:blipFill>
                    <p:spPr>
                      <a:xfrm>
                        <a:off x="29544645" y="17317085"/>
                        <a:ext cx="1938020" cy="913130"/>
                      </a:xfrm>
                      <a:prstGeom prst="rect">
                        <a:avLst/>
                      </a:prstGeom>
                    </p:spPr>
                  </p:pic>
                </p:oleObj>
              </mc:Fallback>
            </mc:AlternateContent>
          </a:graphicData>
        </a:graphic>
      </p:graphicFrame>
      <p:sp>
        <p:nvSpPr>
          <p:cNvPr id="173" name="文本框 172"/>
          <p:cNvSpPr txBox="1"/>
          <p:nvPr/>
        </p:nvSpPr>
        <p:spPr>
          <a:xfrm>
            <a:off x="29394785" y="18309590"/>
            <a:ext cx="2606675" cy="829945"/>
          </a:xfrm>
          <a:prstGeom prst="rect">
            <a:avLst/>
          </a:prstGeom>
          <a:noFill/>
        </p:spPr>
        <p:txBody>
          <a:bodyPr wrap="square" rtlCol="0">
            <a:spAutoFit/>
          </a:bodyPr>
          <a:p>
            <a:r>
              <a:rPr lang="zh-CN" altLang="en-US" sz="1600"/>
              <a:t>As the length of the chain increases, the boundary of the phase separation widens.</a:t>
            </a:r>
            <a:endParaRPr lang="zh-CN" altLang="en-US" sz="1600"/>
          </a:p>
        </p:txBody>
      </p:sp>
      <p:sp>
        <p:nvSpPr>
          <p:cNvPr id="56" name="流程图: 可选过程 55"/>
          <p:cNvSpPr/>
          <p:nvPr/>
        </p:nvSpPr>
        <p:spPr>
          <a:xfrm>
            <a:off x="40005000" y="11523980"/>
            <a:ext cx="2930525" cy="694055"/>
          </a:xfrm>
          <a:prstGeom prst="flowChartAlternateProcess">
            <a:avLst/>
          </a:prstGeom>
          <a:noFill/>
          <a:ln w="28575" cmpd="sng">
            <a:solidFill>
              <a:schemeClr val="accent1">
                <a:shade val="50000"/>
              </a:schemeClr>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文本框 54"/>
          <p:cNvSpPr txBox="1"/>
          <p:nvPr/>
        </p:nvSpPr>
        <p:spPr>
          <a:xfrm>
            <a:off x="40005000" y="11551285"/>
            <a:ext cx="2980690" cy="456565"/>
          </a:xfrm>
          <a:prstGeom prst="rect">
            <a:avLst/>
          </a:prstGeom>
          <a:noFill/>
        </p:spPr>
        <p:txBody>
          <a:bodyPr wrap="square" rtlCol="0">
            <a:noAutofit/>
          </a:bodyPr>
          <a:p>
            <a:pPr algn="just"/>
            <a:r>
              <a:rPr lang="en-US" altLang="zh-CN"/>
              <a:t>Microphase separation due to global electroneutrality. </a:t>
            </a:r>
            <a:endParaRPr lang="en-US" altLang="zh-CN"/>
          </a:p>
          <a:p>
            <a:pPr algn="just"/>
            <a:endParaRPr lang="en-US" altLang="zh-CN"/>
          </a:p>
        </p:txBody>
      </p:sp>
      <p:sp>
        <p:nvSpPr>
          <p:cNvPr id="3" name="圆角矩形 2"/>
          <p:cNvSpPr/>
          <p:nvPr/>
        </p:nvSpPr>
        <p:spPr>
          <a:xfrm>
            <a:off x="19006820" y="10210165"/>
            <a:ext cx="1381760" cy="305435"/>
          </a:xfrm>
          <a:prstGeom prst="roundRect">
            <a:avLst/>
          </a:prstGeom>
          <a:solidFill>
            <a:srgbClr val="000000">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圆角矩形 5"/>
          <p:cNvSpPr/>
          <p:nvPr/>
        </p:nvSpPr>
        <p:spPr>
          <a:xfrm>
            <a:off x="19222720" y="11277600"/>
            <a:ext cx="828040" cy="29273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1" name="对象 10">
            <a:hlinkClick r:id="" action="ppaction://ole?verb="/>
          </p:cNvPr>
          <p:cNvGraphicFramePr>
            <a:graphicFrameLocks noChangeAspect="1"/>
          </p:cNvGraphicFramePr>
          <p:nvPr/>
        </p:nvGraphicFramePr>
        <p:xfrm>
          <a:off x="36271200" y="18035270"/>
          <a:ext cx="335280" cy="493395"/>
        </p:xfrm>
        <a:graphic>
          <a:graphicData uri="http://schemas.openxmlformats.org/presentationml/2006/ole">
            <mc:AlternateContent xmlns:mc="http://schemas.openxmlformats.org/markup-compatibility/2006">
              <mc:Choice xmlns:v="urn:schemas-microsoft-com:vml" Requires="v">
                <p:oleObj spid="_x0000_s1026" name="" r:id="rId77" imgW="177165" imgH="215900" progId="Equation.KSEE3">
                  <p:embed/>
                </p:oleObj>
              </mc:Choice>
              <mc:Fallback>
                <p:oleObj name="" r:id="rId77" imgW="177165" imgH="215900" progId="Equation.KSEE3">
                  <p:embed/>
                  <p:pic>
                    <p:nvPicPr>
                      <p:cNvPr id="0" name="图片 1025"/>
                      <p:cNvPicPr/>
                      <p:nvPr/>
                    </p:nvPicPr>
                    <p:blipFill>
                      <a:blip r:embed="rId78"/>
                      <a:stretch>
                        <a:fillRect/>
                      </a:stretch>
                    </p:blipFill>
                    <p:spPr>
                      <a:xfrm>
                        <a:off x="36271200" y="18035270"/>
                        <a:ext cx="335280" cy="493395"/>
                      </a:xfrm>
                      <a:prstGeom prst="rect">
                        <a:avLst/>
                      </a:prstGeom>
                    </p:spPr>
                  </p:pic>
                </p:oleObj>
              </mc:Fallback>
            </mc:AlternateContent>
          </a:graphicData>
        </a:graphic>
      </p:graphicFrame>
      <p:cxnSp>
        <p:nvCxnSpPr>
          <p:cNvPr id="22" name="直接箭头连接符 21"/>
          <p:cNvCxnSpPr/>
          <p:nvPr/>
        </p:nvCxnSpPr>
        <p:spPr>
          <a:xfrm flipV="1">
            <a:off x="42627550" y="9982200"/>
            <a:ext cx="44450" cy="3168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41636950" y="10269855"/>
            <a:ext cx="31750" cy="245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33003490" y="6248400"/>
            <a:ext cx="10236835" cy="1014730"/>
          </a:xfrm>
          <a:prstGeom prst="rect">
            <a:avLst/>
          </a:prstGeom>
          <a:noFill/>
        </p:spPr>
        <p:txBody>
          <a:bodyPr wrap="square" rtlCol="0">
            <a:spAutoFit/>
          </a:bodyPr>
          <a:p>
            <a:r>
              <a:rPr lang="zh-CN" altLang="en-US"/>
              <a:t>Weakly charged blends can exhibit a diverse range of phase behaviors as a result of the interplay between the charges on the particles and the attractive forces between them (dispersion interactions).</a:t>
            </a:r>
            <a:endParaRPr lang="zh-CN" altLang="en-US"/>
          </a:p>
        </p:txBody>
      </p:sp>
      <p:sp>
        <p:nvSpPr>
          <p:cNvPr id="21" name="文本框 20"/>
          <p:cNvSpPr txBox="1"/>
          <p:nvPr/>
        </p:nvSpPr>
        <p:spPr>
          <a:xfrm>
            <a:off x="24231600" y="20199985"/>
            <a:ext cx="6769100" cy="706755"/>
          </a:xfrm>
          <a:prstGeom prst="rect">
            <a:avLst/>
          </a:prstGeom>
          <a:noFill/>
        </p:spPr>
        <p:txBody>
          <a:bodyPr wrap="square" rtlCol="0">
            <a:spAutoFit/>
          </a:bodyPr>
          <a:p>
            <a:r>
              <a:rPr lang="zh-CN" altLang="en-US"/>
              <a:t>The transition lines</a:t>
            </a:r>
            <a:r>
              <a:rPr lang="en-US" altLang="zh-CN"/>
              <a:t> </a:t>
            </a:r>
            <a:r>
              <a:rPr lang="zh-CN" altLang="en-US"/>
              <a:t>are very close at around</a:t>
            </a:r>
            <a:r>
              <a:rPr lang="en-US" altLang="zh-CN"/>
              <a:t>   </a:t>
            </a:r>
            <a:r>
              <a:rPr lang="zh-CN" altLang="en-US"/>
              <a:t> </a:t>
            </a:r>
            <a:r>
              <a:rPr lang="en-US" altLang="zh-CN"/>
              <a:t>  </a:t>
            </a:r>
            <a:r>
              <a:rPr lang="zh-CN" altLang="en-US"/>
              <a:t>= ∼0.58, and magnifying the phase</a:t>
            </a:r>
            <a:r>
              <a:rPr lang="en-US" altLang="zh-CN"/>
              <a:t> </a:t>
            </a:r>
            <a:r>
              <a:rPr lang="zh-CN" altLang="en-US"/>
              <a:t>diagram reveals that the CP is lost.</a:t>
            </a:r>
            <a:endParaRPr lang="zh-CN" altLang="en-US"/>
          </a:p>
        </p:txBody>
      </p:sp>
      <p:graphicFrame>
        <p:nvGraphicFramePr>
          <p:cNvPr id="25" name="对象 24">
            <a:hlinkClick r:id="" action="ppaction://ole?verb="/>
          </p:cNvPr>
          <p:cNvGraphicFramePr>
            <a:graphicFrameLocks noChangeAspect="1"/>
          </p:cNvGraphicFramePr>
          <p:nvPr/>
        </p:nvGraphicFramePr>
        <p:xfrm>
          <a:off x="28879800" y="20194270"/>
          <a:ext cx="260350" cy="317500"/>
        </p:xfrm>
        <a:graphic>
          <a:graphicData uri="http://schemas.openxmlformats.org/presentationml/2006/ole">
            <mc:AlternateContent xmlns:mc="http://schemas.openxmlformats.org/markup-compatibility/2006">
              <mc:Choice xmlns:v="urn:schemas-microsoft-com:vml" Requires="v">
                <p:oleObj spid="_x0000_s1027" name="" r:id="rId79" imgW="177165" imgH="215900" progId="Equation.KSEE3">
                  <p:embed/>
                </p:oleObj>
              </mc:Choice>
              <mc:Fallback>
                <p:oleObj name="" r:id="rId79" imgW="177165" imgH="215900" progId="Equation.KSEE3">
                  <p:embed/>
                  <p:pic>
                    <p:nvPicPr>
                      <p:cNvPr id="0" name="图片 1026"/>
                      <p:cNvPicPr/>
                      <p:nvPr/>
                    </p:nvPicPr>
                    <p:blipFill>
                      <a:blip r:embed="rId80"/>
                      <a:stretch>
                        <a:fillRect/>
                      </a:stretch>
                    </p:blipFill>
                    <p:spPr>
                      <a:xfrm>
                        <a:off x="28879800" y="20194270"/>
                        <a:ext cx="260350" cy="317500"/>
                      </a:xfrm>
                      <a:prstGeom prst="rect">
                        <a:avLst/>
                      </a:prstGeom>
                    </p:spPr>
                  </p:pic>
                </p:oleObj>
              </mc:Fallback>
            </mc:AlternateContent>
          </a:graphicData>
        </a:graphic>
      </p:graphicFrame>
      <p:sp>
        <p:nvSpPr>
          <p:cNvPr id="26" name="椭圆 25"/>
          <p:cNvSpPr/>
          <p:nvPr/>
        </p:nvSpPr>
        <p:spPr>
          <a:xfrm>
            <a:off x="24257635" y="17241520"/>
            <a:ext cx="354965" cy="436880"/>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7" name="直接箭头连接符 26"/>
          <p:cNvCxnSpPr/>
          <p:nvPr/>
        </p:nvCxnSpPr>
        <p:spPr>
          <a:xfrm>
            <a:off x="24543385" y="17767300"/>
            <a:ext cx="755015" cy="257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太阳形 27"/>
          <p:cNvSpPr/>
          <p:nvPr/>
        </p:nvSpPr>
        <p:spPr>
          <a:xfrm>
            <a:off x="32918400" y="6170295"/>
            <a:ext cx="609600" cy="609600"/>
          </a:xfrm>
          <a:prstGeom prst="su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 name="文本框 45"/>
          <p:cNvSpPr txBox="1"/>
          <p:nvPr/>
        </p:nvSpPr>
        <p:spPr>
          <a:xfrm>
            <a:off x="33070800" y="12039600"/>
            <a:ext cx="3789680" cy="337185"/>
          </a:xfrm>
          <a:prstGeom prst="rect">
            <a:avLst/>
          </a:prstGeom>
          <a:noFill/>
        </p:spPr>
        <p:txBody>
          <a:bodyPr wrap="square" rtlCol="0">
            <a:spAutoFit/>
          </a:bodyPr>
          <a:p>
            <a:r>
              <a:rPr lang="en-US" altLang="zh-CN" sz="1600"/>
              <a:t>M</a:t>
            </a:r>
            <a:r>
              <a:rPr lang="zh-CN" altLang="en-US" sz="1600"/>
              <a:t>onotonically increase upon pressurization</a:t>
            </a:r>
            <a:endParaRPr lang="zh-CN" altLang="en-US" sz="1600"/>
          </a:p>
        </p:txBody>
      </p:sp>
      <p:sp>
        <p:nvSpPr>
          <p:cNvPr id="49" name="文本框 48"/>
          <p:cNvSpPr txBox="1"/>
          <p:nvPr/>
        </p:nvSpPr>
        <p:spPr>
          <a:xfrm>
            <a:off x="37368480" y="12036425"/>
            <a:ext cx="3073400" cy="337185"/>
          </a:xfrm>
          <a:prstGeom prst="rect">
            <a:avLst/>
          </a:prstGeom>
          <a:noFill/>
        </p:spPr>
        <p:txBody>
          <a:bodyPr wrap="square" rtlCol="0">
            <a:spAutoFit/>
          </a:bodyPr>
          <a:p>
            <a:r>
              <a:rPr lang="en-US" altLang="zh-CN" sz="1600"/>
              <a:t>A</a:t>
            </a:r>
            <a:r>
              <a:rPr lang="zh-CN" altLang="en-US" sz="1600"/>
              <a:t>re suppressed by pressure</a:t>
            </a:r>
            <a:endParaRPr lang="zh-CN" altLang="en-US" sz="1600"/>
          </a:p>
        </p:txBody>
      </p:sp>
      <p:sp>
        <p:nvSpPr>
          <p:cNvPr id="50" name="文本框 49"/>
          <p:cNvSpPr txBox="1"/>
          <p:nvPr/>
        </p:nvSpPr>
        <p:spPr>
          <a:xfrm>
            <a:off x="33968055" y="8102600"/>
            <a:ext cx="7383780" cy="398780"/>
          </a:xfrm>
          <a:prstGeom prst="rect">
            <a:avLst/>
          </a:prstGeom>
          <a:noFill/>
        </p:spPr>
        <p:txBody>
          <a:bodyPr wrap="square" rtlCol="0">
            <a:spAutoFit/>
          </a:bodyPr>
          <a:p>
            <a:r>
              <a:rPr lang="en-US" altLang="zh-CN">
                <a:solidFill>
                  <a:schemeClr val="accent6">
                    <a:lumMod val="75000"/>
                  </a:schemeClr>
                </a:solidFill>
              </a:rPr>
              <a:t>A</a:t>
            </a:r>
            <a:r>
              <a:rPr lang="zh-CN" altLang="en-US">
                <a:solidFill>
                  <a:schemeClr val="accent6">
                    <a:lumMod val="75000"/>
                  </a:schemeClr>
                </a:solidFill>
              </a:rPr>
              <a:t>nalogous to those observed in some molten block copolymers.</a:t>
            </a:r>
            <a:endParaRPr lang="zh-CN" altLang="en-US">
              <a:solidFill>
                <a:schemeClr val="accent6">
                  <a:lumMod val="75000"/>
                </a:schemeClr>
              </a:solidFill>
            </a:endParaRPr>
          </a:p>
        </p:txBody>
      </p:sp>
      <p:sp>
        <p:nvSpPr>
          <p:cNvPr id="59" name="半闭框 58"/>
          <p:cNvSpPr/>
          <p:nvPr/>
        </p:nvSpPr>
        <p:spPr>
          <a:xfrm rot="10800000">
            <a:off x="40614600" y="8107680"/>
            <a:ext cx="283845" cy="457200"/>
          </a:xfrm>
          <a:prstGeom prst="halfFrame">
            <a:avLst/>
          </a:prstGeom>
          <a:gradFill>
            <a:gsLst>
              <a:gs pos="0">
                <a:srgbClr val="007BD3"/>
              </a:gs>
              <a:gs pos="100000">
                <a:srgbClr val="034373"/>
              </a:gs>
            </a:gsLst>
            <a:lin ang="5400000" scaled="0"/>
          </a:gra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0" name="半闭框 59"/>
          <p:cNvSpPr/>
          <p:nvPr/>
        </p:nvSpPr>
        <p:spPr>
          <a:xfrm>
            <a:off x="33832800" y="8001000"/>
            <a:ext cx="283845" cy="457200"/>
          </a:xfrm>
          <a:prstGeom prst="halfFrame">
            <a:avLst/>
          </a:prstGeom>
          <a:gradFill>
            <a:gsLst>
              <a:gs pos="0">
                <a:srgbClr val="007BD3"/>
              </a:gs>
              <a:gs pos="100000">
                <a:srgbClr val="034373"/>
              </a:gs>
            </a:gsLst>
            <a:lin ang="5400000" scaled="0"/>
          </a:gra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cxnSp>
        <p:nvCxnSpPr>
          <p:cNvPr id="61" name="直接连接符 60"/>
          <p:cNvCxnSpPr/>
          <p:nvPr/>
        </p:nvCxnSpPr>
        <p:spPr>
          <a:xfrm>
            <a:off x="35009455" y="8445500"/>
            <a:ext cx="4614545" cy="1270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46" idx="0"/>
          </p:cNvCxnSpPr>
          <p:nvPr/>
        </p:nvCxnSpPr>
        <p:spPr>
          <a:xfrm flipH="1">
            <a:off x="34965640" y="10922000"/>
            <a:ext cx="335915" cy="1117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38197155" y="10782300"/>
            <a:ext cx="588645" cy="1181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18"/>
                                        </p:tgtEl>
                                        <p:attrNameLst>
                                          <p:attrName>style.visibility</p:attrName>
                                        </p:attrNameLst>
                                      </p:cBhvr>
                                      <p:to>
                                        <p:strVal val="visible"/>
                                      </p:to>
                                    </p:set>
                                    <p:anim calcmode="lin" valueType="num">
                                      <p:cBhvr>
                                        <p:cTn id="7" dur="1000" fill="hold"/>
                                        <p:tgtEl>
                                          <p:spTgt spid="118"/>
                                        </p:tgtEl>
                                        <p:attrNameLst>
                                          <p:attrName>ppt_x</p:attrName>
                                        </p:attrNameLst>
                                      </p:cBhvr>
                                      <p:tavLst>
                                        <p:tav tm="0">
                                          <p:val>
                                            <p:strVal val="#ppt_x-.2"/>
                                          </p:val>
                                        </p:tav>
                                        <p:tav tm="100000">
                                          <p:val>
                                            <p:strVal val="#ppt_x"/>
                                          </p:val>
                                        </p:tav>
                                      </p:tavLst>
                                    </p:anim>
                                    <p:anim calcmode="lin" valueType="num">
                                      <p:cBhvr>
                                        <p:cTn id="8" dur="1000" fill="hold"/>
                                        <p:tgtEl>
                                          <p:spTgt spid="118"/>
                                        </p:tgtEl>
                                        <p:attrNameLst>
                                          <p:attrName>ppt_y</p:attrName>
                                        </p:attrNameLst>
                                      </p:cBhvr>
                                      <p:tavLst>
                                        <p:tav tm="0">
                                          <p:val>
                                            <p:strVal val="#ppt_y"/>
                                          </p:val>
                                        </p:tav>
                                        <p:tav tm="100000">
                                          <p:val>
                                            <p:strVal val="#ppt_y"/>
                                          </p:val>
                                        </p:tav>
                                      </p:tavLst>
                                    </p:anim>
                                    <p:animEffect transition="in" filter="wipe(right)" prLst="gradientSize: 0.1">
                                      <p:cBhvr>
                                        <p:cTn id="9" dur="1000"/>
                                        <p:tgtEl>
                                          <p:spTgt spid="118"/>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26"/>
                                        </p:tgtEl>
                                        <p:attrNameLst>
                                          <p:attrName>style.visibility</p:attrName>
                                        </p:attrNameLst>
                                      </p:cBhvr>
                                      <p:to>
                                        <p:strVal val="visible"/>
                                      </p:to>
                                    </p:set>
                                    <p:anim calcmode="lin" valueType="num">
                                      <p:cBhvr>
                                        <p:cTn id="12" dur="1000" fill="hold"/>
                                        <p:tgtEl>
                                          <p:spTgt spid="126"/>
                                        </p:tgtEl>
                                        <p:attrNameLst>
                                          <p:attrName>ppt_x</p:attrName>
                                        </p:attrNameLst>
                                      </p:cBhvr>
                                      <p:tavLst>
                                        <p:tav tm="0">
                                          <p:val>
                                            <p:strVal val="#ppt_x-.2"/>
                                          </p:val>
                                        </p:tav>
                                        <p:tav tm="100000">
                                          <p:val>
                                            <p:strVal val="#ppt_x"/>
                                          </p:val>
                                        </p:tav>
                                      </p:tavLst>
                                    </p:anim>
                                    <p:anim calcmode="lin" valueType="num">
                                      <p:cBhvr>
                                        <p:cTn id="13" dur="1000" fill="hold"/>
                                        <p:tgtEl>
                                          <p:spTgt spid="126"/>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26"/>
                                        </p:tgtEl>
                                      </p:cBhvr>
                                    </p:animEffect>
                                  </p:childTnLst>
                                </p:cTn>
                              </p:par>
                              <p:par>
                                <p:cTn id="15" presetID="29" presetClass="entr" presetSubtype="0" fill="hold" grpId="0" nodeType="withEffect">
                                  <p:stCondLst>
                                    <p:cond delay="0"/>
                                  </p:stCondLst>
                                  <p:childTnLst>
                                    <p:set>
                                      <p:cBhvr>
                                        <p:cTn id="16" dur="1" fill="hold">
                                          <p:stCondLst>
                                            <p:cond delay="0"/>
                                          </p:stCondLst>
                                        </p:cTn>
                                        <p:tgtEl>
                                          <p:spTgt spid="127"/>
                                        </p:tgtEl>
                                        <p:attrNameLst>
                                          <p:attrName>style.visibility</p:attrName>
                                        </p:attrNameLst>
                                      </p:cBhvr>
                                      <p:to>
                                        <p:strVal val="visible"/>
                                      </p:to>
                                    </p:set>
                                    <p:anim calcmode="lin" valueType="num">
                                      <p:cBhvr>
                                        <p:cTn id="17" dur="1000" fill="hold"/>
                                        <p:tgtEl>
                                          <p:spTgt spid="127"/>
                                        </p:tgtEl>
                                        <p:attrNameLst>
                                          <p:attrName>ppt_x</p:attrName>
                                        </p:attrNameLst>
                                      </p:cBhvr>
                                      <p:tavLst>
                                        <p:tav tm="0">
                                          <p:val>
                                            <p:strVal val="#ppt_x-.2"/>
                                          </p:val>
                                        </p:tav>
                                        <p:tav tm="100000">
                                          <p:val>
                                            <p:strVal val="#ppt_x"/>
                                          </p:val>
                                        </p:tav>
                                      </p:tavLst>
                                    </p:anim>
                                    <p:anim calcmode="lin" valueType="num">
                                      <p:cBhvr>
                                        <p:cTn id="18" dur="1000" fill="hold"/>
                                        <p:tgtEl>
                                          <p:spTgt spid="127"/>
                                        </p:tgtEl>
                                        <p:attrNameLst>
                                          <p:attrName>ppt_y</p:attrName>
                                        </p:attrNameLst>
                                      </p:cBhvr>
                                      <p:tavLst>
                                        <p:tav tm="0">
                                          <p:val>
                                            <p:strVal val="#ppt_y"/>
                                          </p:val>
                                        </p:tav>
                                        <p:tav tm="100000">
                                          <p:val>
                                            <p:strVal val="#ppt_y"/>
                                          </p:val>
                                        </p:tav>
                                      </p:tavLst>
                                    </p:anim>
                                    <p:animEffect transition="in" filter="wipe(right)" prLst="gradientSize: 0.1">
                                      <p:cBhvr>
                                        <p:cTn id="19" dur="1000"/>
                                        <p:tgtEl>
                                          <p:spTgt spid="127"/>
                                        </p:tgtEl>
                                      </p:cBhvr>
                                    </p:animEffect>
                                  </p:childTnLst>
                                </p:cTn>
                              </p:par>
                              <p:par>
                                <p:cTn id="20" presetID="29" presetClass="entr" presetSubtype="0" fill="hold" grpId="0" nodeType="withEffect">
                                  <p:stCondLst>
                                    <p:cond delay="0"/>
                                  </p:stCondLst>
                                  <p:childTnLst>
                                    <p:set>
                                      <p:cBhvr>
                                        <p:cTn id="21" dur="1" fill="hold">
                                          <p:stCondLst>
                                            <p:cond delay="0"/>
                                          </p:stCondLst>
                                        </p:cTn>
                                        <p:tgtEl>
                                          <p:spTgt spid="128"/>
                                        </p:tgtEl>
                                        <p:attrNameLst>
                                          <p:attrName>style.visibility</p:attrName>
                                        </p:attrNameLst>
                                      </p:cBhvr>
                                      <p:to>
                                        <p:strVal val="visible"/>
                                      </p:to>
                                    </p:set>
                                    <p:anim calcmode="lin" valueType="num">
                                      <p:cBhvr>
                                        <p:cTn id="22" dur="1000" fill="hold"/>
                                        <p:tgtEl>
                                          <p:spTgt spid="128"/>
                                        </p:tgtEl>
                                        <p:attrNameLst>
                                          <p:attrName>ppt_x</p:attrName>
                                        </p:attrNameLst>
                                      </p:cBhvr>
                                      <p:tavLst>
                                        <p:tav tm="0">
                                          <p:val>
                                            <p:strVal val="#ppt_x-.2"/>
                                          </p:val>
                                        </p:tav>
                                        <p:tav tm="100000">
                                          <p:val>
                                            <p:strVal val="#ppt_x"/>
                                          </p:val>
                                        </p:tav>
                                      </p:tavLst>
                                    </p:anim>
                                    <p:anim calcmode="lin" valueType="num">
                                      <p:cBhvr>
                                        <p:cTn id="23" dur="1000" fill="hold"/>
                                        <p:tgtEl>
                                          <p:spTgt spid="128"/>
                                        </p:tgtEl>
                                        <p:attrNameLst>
                                          <p:attrName>ppt_y</p:attrName>
                                        </p:attrNameLst>
                                      </p:cBhvr>
                                      <p:tavLst>
                                        <p:tav tm="0">
                                          <p:val>
                                            <p:strVal val="#ppt_y"/>
                                          </p:val>
                                        </p:tav>
                                        <p:tav tm="100000">
                                          <p:val>
                                            <p:strVal val="#ppt_y"/>
                                          </p:val>
                                        </p:tav>
                                      </p:tavLst>
                                    </p:anim>
                                    <p:animEffect transition="in" filter="wipe(right)" prLst="gradientSize: 0.1">
                                      <p:cBhvr>
                                        <p:cTn id="24" dur="1000"/>
                                        <p:tgtEl>
                                          <p:spTgt spid="128"/>
                                        </p:tgtEl>
                                      </p:cBhvr>
                                    </p:animEffect>
                                  </p:childTnLst>
                                </p:cTn>
                              </p:par>
                              <p:par>
                                <p:cTn id="25" presetID="29" presetClass="entr" presetSubtype="0" fill="hold" grpId="0" nodeType="withEffect">
                                  <p:stCondLst>
                                    <p:cond delay="0"/>
                                  </p:stCondLst>
                                  <p:childTnLst>
                                    <p:set>
                                      <p:cBhvr>
                                        <p:cTn id="26" dur="1" fill="hold">
                                          <p:stCondLst>
                                            <p:cond delay="0"/>
                                          </p:stCondLst>
                                        </p:cTn>
                                        <p:tgtEl>
                                          <p:spTgt spid="133"/>
                                        </p:tgtEl>
                                        <p:attrNameLst>
                                          <p:attrName>style.visibility</p:attrName>
                                        </p:attrNameLst>
                                      </p:cBhvr>
                                      <p:to>
                                        <p:strVal val="visible"/>
                                      </p:to>
                                    </p:set>
                                    <p:anim calcmode="lin" valueType="num">
                                      <p:cBhvr>
                                        <p:cTn id="27" dur="1000" fill="hold"/>
                                        <p:tgtEl>
                                          <p:spTgt spid="133"/>
                                        </p:tgtEl>
                                        <p:attrNameLst>
                                          <p:attrName>ppt_x</p:attrName>
                                        </p:attrNameLst>
                                      </p:cBhvr>
                                      <p:tavLst>
                                        <p:tav tm="0">
                                          <p:val>
                                            <p:strVal val="#ppt_x-.2"/>
                                          </p:val>
                                        </p:tav>
                                        <p:tav tm="100000">
                                          <p:val>
                                            <p:strVal val="#ppt_x"/>
                                          </p:val>
                                        </p:tav>
                                      </p:tavLst>
                                    </p:anim>
                                    <p:anim calcmode="lin" valueType="num">
                                      <p:cBhvr>
                                        <p:cTn id="28" dur="1000" fill="hold"/>
                                        <p:tgtEl>
                                          <p:spTgt spid="133"/>
                                        </p:tgtEl>
                                        <p:attrNameLst>
                                          <p:attrName>ppt_y</p:attrName>
                                        </p:attrNameLst>
                                      </p:cBhvr>
                                      <p:tavLst>
                                        <p:tav tm="0">
                                          <p:val>
                                            <p:strVal val="#ppt_y"/>
                                          </p:val>
                                        </p:tav>
                                        <p:tav tm="100000">
                                          <p:val>
                                            <p:strVal val="#ppt_y"/>
                                          </p:val>
                                        </p:tav>
                                      </p:tavLst>
                                    </p:anim>
                                    <p:animEffect transition="in" filter="wipe(right)" prLst="gradientSize: 0.1">
                                      <p:cBhvr>
                                        <p:cTn id="29" dur="1000"/>
                                        <p:tgtEl>
                                          <p:spTgt spid="133"/>
                                        </p:tgtEl>
                                      </p:cBhvr>
                                    </p:animEffect>
                                  </p:childTnLst>
                                </p:cTn>
                              </p:par>
                              <p:par>
                                <p:cTn id="30" presetID="29" presetClass="entr" presetSubtype="0" fill="hold" grpId="0" nodeType="withEffect">
                                  <p:stCondLst>
                                    <p:cond delay="0"/>
                                  </p:stCondLst>
                                  <p:childTnLst>
                                    <p:set>
                                      <p:cBhvr>
                                        <p:cTn id="31" dur="1" fill="hold">
                                          <p:stCondLst>
                                            <p:cond delay="0"/>
                                          </p:stCondLst>
                                        </p:cTn>
                                        <p:tgtEl>
                                          <p:spTgt spid="134"/>
                                        </p:tgtEl>
                                        <p:attrNameLst>
                                          <p:attrName>style.visibility</p:attrName>
                                        </p:attrNameLst>
                                      </p:cBhvr>
                                      <p:to>
                                        <p:strVal val="visible"/>
                                      </p:to>
                                    </p:set>
                                    <p:anim calcmode="lin" valueType="num">
                                      <p:cBhvr>
                                        <p:cTn id="32" dur="1000" fill="hold"/>
                                        <p:tgtEl>
                                          <p:spTgt spid="134"/>
                                        </p:tgtEl>
                                        <p:attrNameLst>
                                          <p:attrName>ppt_x</p:attrName>
                                        </p:attrNameLst>
                                      </p:cBhvr>
                                      <p:tavLst>
                                        <p:tav tm="0">
                                          <p:val>
                                            <p:strVal val="#ppt_x-.2"/>
                                          </p:val>
                                        </p:tav>
                                        <p:tav tm="100000">
                                          <p:val>
                                            <p:strVal val="#ppt_x"/>
                                          </p:val>
                                        </p:tav>
                                      </p:tavLst>
                                    </p:anim>
                                    <p:anim calcmode="lin" valueType="num">
                                      <p:cBhvr>
                                        <p:cTn id="33" dur="1000" fill="hold"/>
                                        <p:tgtEl>
                                          <p:spTgt spid="134"/>
                                        </p:tgtEl>
                                        <p:attrNameLst>
                                          <p:attrName>ppt_y</p:attrName>
                                        </p:attrNameLst>
                                      </p:cBhvr>
                                      <p:tavLst>
                                        <p:tav tm="0">
                                          <p:val>
                                            <p:strVal val="#ppt_y"/>
                                          </p:val>
                                        </p:tav>
                                        <p:tav tm="100000">
                                          <p:val>
                                            <p:strVal val="#ppt_y"/>
                                          </p:val>
                                        </p:tav>
                                      </p:tavLst>
                                    </p:anim>
                                    <p:animEffect transition="in" filter="wipe(right)" prLst="gradientSize: 0.1">
                                      <p:cBhvr>
                                        <p:cTn id="34" dur="1000"/>
                                        <p:tgtEl>
                                          <p:spTgt spid="134"/>
                                        </p:tgtEl>
                                      </p:cBhvr>
                                    </p:animEffect>
                                  </p:childTnLst>
                                </p:cTn>
                              </p:par>
                              <p:par>
                                <p:cTn id="35" presetID="29" presetClass="entr" presetSubtype="0" fill="hold" grpId="0" nodeType="withEffect">
                                  <p:stCondLst>
                                    <p:cond delay="0"/>
                                  </p:stCondLst>
                                  <p:childTnLst>
                                    <p:set>
                                      <p:cBhvr>
                                        <p:cTn id="36" dur="1" fill="hold">
                                          <p:stCondLst>
                                            <p:cond delay="0"/>
                                          </p:stCondLst>
                                        </p:cTn>
                                        <p:tgtEl>
                                          <p:spTgt spid="135"/>
                                        </p:tgtEl>
                                        <p:attrNameLst>
                                          <p:attrName>style.visibility</p:attrName>
                                        </p:attrNameLst>
                                      </p:cBhvr>
                                      <p:to>
                                        <p:strVal val="visible"/>
                                      </p:to>
                                    </p:set>
                                    <p:anim calcmode="lin" valueType="num">
                                      <p:cBhvr>
                                        <p:cTn id="37" dur="1000" fill="hold"/>
                                        <p:tgtEl>
                                          <p:spTgt spid="135"/>
                                        </p:tgtEl>
                                        <p:attrNameLst>
                                          <p:attrName>ppt_x</p:attrName>
                                        </p:attrNameLst>
                                      </p:cBhvr>
                                      <p:tavLst>
                                        <p:tav tm="0">
                                          <p:val>
                                            <p:strVal val="#ppt_x-.2"/>
                                          </p:val>
                                        </p:tav>
                                        <p:tav tm="100000">
                                          <p:val>
                                            <p:strVal val="#ppt_x"/>
                                          </p:val>
                                        </p:tav>
                                      </p:tavLst>
                                    </p:anim>
                                    <p:anim calcmode="lin" valueType="num">
                                      <p:cBhvr>
                                        <p:cTn id="38" dur="1000" fill="hold"/>
                                        <p:tgtEl>
                                          <p:spTgt spid="135"/>
                                        </p:tgtEl>
                                        <p:attrNameLst>
                                          <p:attrName>ppt_y</p:attrName>
                                        </p:attrNameLst>
                                      </p:cBhvr>
                                      <p:tavLst>
                                        <p:tav tm="0">
                                          <p:val>
                                            <p:strVal val="#ppt_y"/>
                                          </p:val>
                                        </p:tav>
                                        <p:tav tm="100000">
                                          <p:val>
                                            <p:strVal val="#ppt_y"/>
                                          </p:val>
                                        </p:tav>
                                      </p:tavLst>
                                    </p:anim>
                                    <p:animEffect transition="in" filter="wipe(right)" prLst="gradientSize: 0.1">
                                      <p:cBhvr>
                                        <p:cTn id="39" dur="1000"/>
                                        <p:tgtEl>
                                          <p:spTgt spid="135"/>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57"/>
                                        </p:tgtEl>
                                        <p:attrNameLst>
                                          <p:attrName>style.visibility</p:attrName>
                                        </p:attrNameLst>
                                      </p:cBhvr>
                                      <p:to>
                                        <p:strVal val="visible"/>
                                      </p:to>
                                    </p:set>
                                    <p:animEffect transition="in" filter="fade">
                                      <p:cBhvr>
                                        <p:cTn id="44" dur="1000"/>
                                        <p:tgtEl>
                                          <p:spTgt spid="157"/>
                                        </p:tgtEl>
                                      </p:cBhvr>
                                    </p:animEffect>
                                    <p:anim calcmode="lin" valueType="num">
                                      <p:cBhvr>
                                        <p:cTn id="45" dur="1000" fill="hold"/>
                                        <p:tgtEl>
                                          <p:spTgt spid="157"/>
                                        </p:tgtEl>
                                        <p:attrNameLst>
                                          <p:attrName>ppt_x</p:attrName>
                                        </p:attrNameLst>
                                      </p:cBhvr>
                                      <p:tavLst>
                                        <p:tav tm="0">
                                          <p:val>
                                            <p:strVal val="#ppt_x"/>
                                          </p:val>
                                        </p:tav>
                                        <p:tav tm="100000">
                                          <p:val>
                                            <p:strVal val="#ppt_x"/>
                                          </p:val>
                                        </p:tav>
                                      </p:tavLst>
                                    </p:anim>
                                    <p:anim calcmode="lin" valueType="num">
                                      <p:cBhvr>
                                        <p:cTn id="46" dur="1000" fill="hold"/>
                                        <p:tgtEl>
                                          <p:spTgt spid="157"/>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58"/>
                                        </p:tgtEl>
                                        <p:attrNameLst>
                                          <p:attrName>style.visibility</p:attrName>
                                        </p:attrNameLst>
                                      </p:cBhvr>
                                      <p:to>
                                        <p:strVal val="visible"/>
                                      </p:to>
                                    </p:set>
                                    <p:animEffect transition="in" filter="fade">
                                      <p:cBhvr>
                                        <p:cTn id="51" dur="1000"/>
                                        <p:tgtEl>
                                          <p:spTgt spid="158"/>
                                        </p:tgtEl>
                                      </p:cBhvr>
                                    </p:animEffect>
                                    <p:anim calcmode="lin" valueType="num">
                                      <p:cBhvr>
                                        <p:cTn id="52" dur="1000" fill="hold"/>
                                        <p:tgtEl>
                                          <p:spTgt spid="158"/>
                                        </p:tgtEl>
                                        <p:attrNameLst>
                                          <p:attrName>ppt_x</p:attrName>
                                        </p:attrNameLst>
                                      </p:cBhvr>
                                      <p:tavLst>
                                        <p:tav tm="0">
                                          <p:val>
                                            <p:strVal val="#ppt_x"/>
                                          </p:val>
                                        </p:tav>
                                        <p:tav tm="100000">
                                          <p:val>
                                            <p:strVal val="#ppt_x"/>
                                          </p:val>
                                        </p:tav>
                                      </p:tavLst>
                                    </p:anim>
                                    <p:anim calcmode="lin" valueType="num">
                                      <p:cBhvr>
                                        <p:cTn id="53" dur="1000" fill="hold"/>
                                        <p:tgtEl>
                                          <p:spTgt spid="158"/>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1000"/>
                                        <p:tgtEl>
                                          <p:spTgt spid="44"/>
                                        </p:tgtEl>
                                      </p:cBhvr>
                                    </p:animEffect>
                                    <p:anim calcmode="lin" valueType="num">
                                      <p:cBhvr>
                                        <p:cTn id="62" dur="1000" fill="hold"/>
                                        <p:tgtEl>
                                          <p:spTgt spid="44"/>
                                        </p:tgtEl>
                                        <p:attrNameLst>
                                          <p:attrName>ppt_x</p:attrName>
                                        </p:attrNameLst>
                                      </p:cBhvr>
                                      <p:tavLst>
                                        <p:tav tm="0">
                                          <p:val>
                                            <p:strVal val="#ppt_x"/>
                                          </p:val>
                                        </p:tav>
                                        <p:tav tm="100000">
                                          <p:val>
                                            <p:strVal val="#ppt_x"/>
                                          </p:val>
                                        </p:tav>
                                      </p:tavLst>
                                    </p:anim>
                                    <p:anim calcmode="lin" valueType="num">
                                      <p:cBhvr>
                                        <p:cTn id="63" dur="1000" fill="hold"/>
                                        <p:tgtEl>
                                          <p:spTgt spid="44"/>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1000"/>
                                        <p:tgtEl>
                                          <p:spTgt spid="9"/>
                                        </p:tgtEl>
                                      </p:cBhvr>
                                    </p:animEffect>
                                    <p:anim calcmode="lin" valueType="num">
                                      <p:cBhvr>
                                        <p:cTn id="67" dur="1000" fill="hold"/>
                                        <p:tgtEl>
                                          <p:spTgt spid="9"/>
                                        </p:tgtEl>
                                        <p:attrNameLst>
                                          <p:attrName>ppt_x</p:attrName>
                                        </p:attrNameLst>
                                      </p:cBhvr>
                                      <p:tavLst>
                                        <p:tav tm="0">
                                          <p:val>
                                            <p:strVal val="#ppt_x"/>
                                          </p:val>
                                        </p:tav>
                                        <p:tav tm="100000">
                                          <p:val>
                                            <p:strVal val="#ppt_x"/>
                                          </p:val>
                                        </p:tav>
                                      </p:tavLst>
                                    </p:anim>
                                    <p:anim calcmode="lin" valueType="num">
                                      <p:cBhvr>
                                        <p:cTn id="6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18" grpId="1"/>
      <p:bldP spid="126" grpId="0"/>
      <p:bldP spid="126" grpId="1"/>
      <p:bldP spid="127" grpId="0"/>
      <p:bldP spid="127" grpId="1"/>
      <p:bldP spid="128" grpId="0"/>
      <p:bldP spid="128" grpId="1"/>
      <p:bldP spid="133" grpId="0"/>
      <p:bldP spid="133" grpId="1"/>
      <p:bldP spid="134" grpId="0"/>
      <p:bldP spid="134" grpId="1"/>
      <p:bldP spid="135" grpId="0"/>
      <p:bldP spid="135" grpId="1"/>
      <p:bldP spid="157" grpId="0"/>
      <p:bldP spid="157" grpId="1"/>
      <p:bldP spid="158" grpId="0"/>
      <p:bldP spid="158" grpId="1"/>
      <p:bldP spid="8" grpId="0"/>
      <p:bldP spid="44" grpId="0"/>
      <p:bldP spid="9" grpId="0"/>
      <p:bldP spid="8" grpId="1"/>
      <p:bldP spid="44" grpId="1"/>
      <p:bldP spid="9" grpId="1"/>
    </p:bldLst>
  </p:timing>
</p:sld>
</file>

<file path=ppt/tags/tag1.xml><?xml version="1.0" encoding="utf-8"?>
<p:tagLst xmlns:p="http://schemas.openxmlformats.org/presentationml/2006/main">
  <p:tag name="KSO_WM_UNIT_PLACING_PICTURE_USER_VIEWPORT" val="{&quot;height&quot;:1738,&quot;width&quot;:5708}"/>
</p:tagLst>
</file>

<file path=ppt/tags/tag2.xml><?xml version="1.0" encoding="utf-8"?>
<p:tagLst xmlns:p="http://schemas.openxmlformats.org/presentationml/2006/main">
  <p:tag name="KSO_WM_UNIT_PLACING_PICTURE_USER_VIEWPORT" val="{&quot;height&quot;:3158,&quot;width&quot;:3220}"/>
</p:tagLst>
</file>

<file path=ppt/tags/tag3.xml><?xml version="1.0" encoding="utf-8"?>
<p:tagLst xmlns:p="http://schemas.openxmlformats.org/presentationml/2006/main">
  <p:tag name="KSO_WPP_MARK_KEY" val="21543387-c8ce-4156-a4a5-a2046b60a411"/>
  <p:tag name="COMMONDATA" val="eyJoZGlkIjoiZTA4NzIyN2MxYTlmMzQ1NGE2MjU5NWRkMjhlOGMxYTAifQ=="/>
</p:tagLst>
</file>

<file path=ppt/theme/theme1.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0</TotalTime>
  <Words>5473</Words>
  <Application>WPS 演示</Application>
  <PresentationFormat>사용자 지정</PresentationFormat>
  <Paragraphs>175</Paragraphs>
  <Slides>1</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33</vt:i4>
      </vt:variant>
      <vt:variant>
        <vt:lpstr>幻灯片标题</vt:lpstr>
      </vt:variant>
      <vt:variant>
        <vt:i4>1</vt:i4>
      </vt:variant>
    </vt:vector>
  </HeadingPairs>
  <TitlesOfParts>
    <vt:vector size="43" baseType="lpstr">
      <vt:lpstr>Arial</vt:lpstr>
      <vt:lpstr>宋体</vt:lpstr>
      <vt:lpstr>Wingdings</vt:lpstr>
      <vt:lpstr>Times New Roman</vt:lpstr>
      <vt:lpstr>Wingdings</vt:lpstr>
      <vt:lpstr>Batang</vt:lpstr>
      <vt:lpstr>微软雅黑</vt:lpstr>
      <vt:lpstr>Arial Unicode MS</vt:lpstr>
      <vt:lpstr>Blank Presentation</vt:lpstr>
      <vt:lpstr>Equation.DSMT4</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vector>
  </TitlesOfParts>
  <Company>Graphicsland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dc:description>MakeSigns.com
1.800.347.2744</dc:description>
  <cp:lastModifiedBy>장형열</cp:lastModifiedBy>
  <cp:revision>326</cp:revision>
  <cp:lastPrinted>2006-11-15T16:04:00Z</cp:lastPrinted>
  <dcterms:created xsi:type="dcterms:W3CDTF">1997-10-24T05:44:00Z</dcterms:created>
  <dcterms:modified xsi:type="dcterms:W3CDTF">2023-03-17T14:13:27Z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E5DDBF8B0BB4489085177A284B8743EB</vt:lpwstr>
  </property>
  <property fmtid="{D5CDD505-2E9C-101B-9397-08002B2CF9AE}" pid="3" name="KSOProductBuildVer">
    <vt:lpwstr>2052-11.1.0.12980</vt:lpwstr>
  </property>
</Properties>
</file>