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30598745" cy="43199050"/>
  <p:notesSz cx="6808470" cy="8086725"/>
  <p:custDataLst>
    <p:tags r:id="rId8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6" userDrawn="1">
          <p15:clr>
            <a:srgbClr val="A4A3A4"/>
          </p15:clr>
        </p15:guide>
        <p15:guide id="2" pos="96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EFDD5B"/>
    <a:srgbClr val="B54113"/>
    <a:srgbClr val="DCE5B9"/>
    <a:srgbClr val="CCECFF"/>
    <a:srgbClr val="666633"/>
    <a:srgbClr val="003300"/>
    <a:srgbClr val="D9D0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162" y="-9768"/>
      </p:cViewPr>
      <p:guideLst>
        <p:guide orient="horz" pos="13606"/>
        <p:guide pos="96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56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.wmf"/><Relationship Id="rId8" Type="http://schemas.openxmlformats.org/officeDocument/2006/relationships/image" Target="../media/image15.emf"/><Relationship Id="rId7" Type="http://schemas.openxmlformats.org/officeDocument/2006/relationships/image" Target="../media/image14.wmf"/><Relationship Id="rId6" Type="http://schemas.openxmlformats.org/officeDocument/2006/relationships/image" Target="../media/image13.wmf"/><Relationship Id="rId5" Type="http://schemas.openxmlformats.org/officeDocument/2006/relationships/image" Target="../media/image12.emf"/><Relationship Id="rId4" Type="http://schemas.openxmlformats.org/officeDocument/2006/relationships/image" Target="../media/image11.emf"/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6" Type="http://schemas.openxmlformats.org/officeDocument/2006/relationships/image" Target="../media/image27.emf"/><Relationship Id="rId15" Type="http://schemas.openxmlformats.org/officeDocument/2006/relationships/image" Target="../media/image26.emf"/><Relationship Id="rId14" Type="http://schemas.openxmlformats.org/officeDocument/2006/relationships/image" Target="../media/image21.emf"/><Relationship Id="rId13" Type="http://schemas.openxmlformats.org/officeDocument/2006/relationships/image" Target="../media/image20.emf"/><Relationship Id="rId12" Type="http://schemas.openxmlformats.org/officeDocument/2006/relationships/image" Target="../media/image19.emf"/><Relationship Id="rId11" Type="http://schemas.openxmlformats.org/officeDocument/2006/relationships/image" Target="../media/image18.emf"/><Relationship Id="rId10" Type="http://schemas.openxmlformats.org/officeDocument/2006/relationships/image" Target="../media/image17.emf"/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307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048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en-US" sz="1200" strike="noStrike" noProof="1"/>
          </a:p>
        </p:txBody>
      </p:sp>
      <p:sp>
        <p:nvSpPr>
          <p:cNvPr id="3075" name="日期占位符 3074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51163" cy="4048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fontAlgn="base"/>
            <a:endParaRPr lang="en-US" sz="1200" strike="noStrike" noProof="1"/>
          </a:p>
        </p:txBody>
      </p:sp>
      <p:sp>
        <p:nvSpPr>
          <p:cNvPr id="2052" name="幻灯片图像占位符 3075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330450" y="606425"/>
            <a:ext cx="2147888" cy="30321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文本占位符 3076"/>
          <p:cNvSpPr>
            <a:spLocks noGrp="1"/>
          </p:cNvSpPr>
          <p:nvPr>
            <p:ph type="body" sz="quarter"/>
          </p:nvPr>
        </p:nvSpPr>
        <p:spPr>
          <a:xfrm>
            <a:off x="681038" y="3841750"/>
            <a:ext cx="5446712" cy="3638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3078" name="页脚占位符 3077"/>
          <p:cNvSpPr>
            <a:spLocks noGrp="1"/>
          </p:cNvSpPr>
          <p:nvPr>
            <p:ph type="ftr" sz="quarter" idx="4"/>
          </p:nvPr>
        </p:nvSpPr>
        <p:spPr>
          <a:xfrm>
            <a:off x="0" y="7680325"/>
            <a:ext cx="2951163" cy="4048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fontAlgn="base"/>
            <a:endParaRPr lang="en-US" sz="1200" strike="noStrike" noProof="1"/>
          </a:p>
        </p:txBody>
      </p:sp>
      <p:sp>
        <p:nvSpPr>
          <p:cNvPr id="3079" name="灯片编号占位符 3078"/>
          <p:cNvSpPr>
            <a:spLocks noGrp="1"/>
          </p:cNvSpPr>
          <p:nvPr>
            <p:ph type="sldNum" sz="quarter" idx="5"/>
          </p:nvPr>
        </p:nvSpPr>
        <p:spPr>
          <a:xfrm>
            <a:off x="3856038" y="7680325"/>
            <a:ext cx="2951163" cy="4048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fontAlgn="base"/>
            <a:fld id="{9A0DB2DC-4C9A-4742-B13C-FB6460FD3503}" type="slidenum">
              <a:rPr lang="en-US" sz="1200" strike="noStrike" noProof="1" dirty="0">
                <a:latin typeface="Arial" panose="020B0604020202020204" pitchFamily="34" charset="0"/>
                <a:ea typeface="+mn-ea"/>
                <a:cs typeface="+mn-cs"/>
              </a:rPr>
            </a:fld>
            <a:endParaRPr 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1"/>
          <p:cNvSpPr>
            <a:spLocks noGrp="1"/>
          </p:cNvSpPr>
          <p:nvPr>
            <p:ph type="sldNum" sz="quarter"/>
          </p:nvPr>
        </p:nvSpPr>
        <p:spPr>
          <a:xfrm>
            <a:off x="3856038" y="7680325"/>
            <a:ext cx="2951162" cy="40481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4098" name="幻灯片图像占位符 409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9" name="文本占位符 4098"/>
          <p:cNvSpPr>
            <a:spLocks noGrp="1"/>
          </p:cNvSpPr>
          <p:nvPr>
            <p:ph type="body"/>
          </p:nvPr>
        </p:nvSpPr>
        <p:spPr/>
        <p:txBody>
          <a:bodyPr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825000" y="7070003"/>
            <a:ext cx="22950000" cy="15039999"/>
          </a:xfrm>
        </p:spPr>
        <p:txBody>
          <a:bodyPr anchor="b"/>
          <a:lstStyle>
            <a:lvl1pPr algn="ctr">
              <a:defRPr sz="15060"/>
            </a:lvl1pPr>
          </a:lstStyle>
          <a:p>
            <a:pPr fontAlgn="base"/>
            <a:r>
              <a:rPr lang="zh-CN" altLang="en-US" sz="15060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825000" y="22690002"/>
            <a:ext cx="22950000" cy="10429996"/>
          </a:xfrm>
        </p:spPr>
        <p:txBody>
          <a:bodyPr/>
          <a:lstStyle>
            <a:lvl1pPr marL="0" indent="0" algn="ctr">
              <a:buNone/>
              <a:defRPr sz="6025"/>
            </a:lvl1pPr>
            <a:lvl2pPr marL="1147445" indent="0" algn="ctr">
              <a:buNone/>
              <a:defRPr sz="5020"/>
            </a:lvl2pPr>
            <a:lvl3pPr marL="2294890" indent="0" algn="ctr">
              <a:buNone/>
              <a:defRPr sz="4520"/>
            </a:lvl3pPr>
            <a:lvl4pPr marL="3442335" indent="0" algn="ctr">
              <a:buNone/>
              <a:defRPr sz="4015"/>
            </a:lvl4pPr>
            <a:lvl5pPr marL="4589780" indent="0" algn="ctr">
              <a:buNone/>
              <a:defRPr sz="4015"/>
            </a:lvl5pPr>
            <a:lvl6pPr marL="5737225" indent="0" algn="ctr">
              <a:buNone/>
              <a:defRPr sz="4015"/>
            </a:lvl6pPr>
            <a:lvl7pPr marL="6885305" indent="0" algn="ctr">
              <a:buNone/>
              <a:defRPr sz="4015"/>
            </a:lvl7pPr>
            <a:lvl8pPr marL="8032750" indent="0" algn="ctr">
              <a:buNone/>
              <a:defRPr sz="4015"/>
            </a:lvl8pPr>
            <a:lvl9pPr marL="9180195" indent="0" algn="ctr">
              <a:buNone/>
              <a:defRPr sz="4015"/>
            </a:lvl9pPr>
          </a:lstStyle>
          <a:p>
            <a:pPr fontAlgn="base"/>
            <a:r>
              <a:rPr lang="zh-CN" altLang="en-US" sz="6025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4704080" fontAlgn="base"/>
            <a:fld id="{9A0DB2DC-4C9A-4742-B13C-FB6460FD3503}" type="slidenum">
              <a:rPr lang="en-US" sz="5735" strike="noStrike" noProof="1">
                <a:latin typeface="Arial" panose="020B0604020202020204" pitchFamily="34" charset="0"/>
                <a:ea typeface="+mn-ea"/>
                <a:cs typeface="+mn-cs"/>
              </a:rPr>
            </a:fld>
            <a:endParaRPr 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1808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13145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1147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828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828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4704080" fontAlgn="base"/>
            <a:fld id="{9A0DB2DC-4C9A-4742-B13C-FB6460FD3503}" type="slidenum">
              <a:rPr lang="en-US" sz="5735" strike="noStrike" noProof="1">
                <a:latin typeface="Arial" panose="020B0604020202020204" pitchFamily="34" charset="0"/>
                <a:ea typeface="+mn-ea"/>
                <a:cs typeface="+mn-cs"/>
              </a:rPr>
            </a:fld>
            <a:endParaRPr 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87813" y="10770003"/>
            <a:ext cx="26392500" cy="17969996"/>
          </a:xfrm>
        </p:spPr>
        <p:txBody>
          <a:bodyPr anchor="b"/>
          <a:lstStyle>
            <a:lvl1pPr>
              <a:defRPr sz="15060"/>
            </a:lvl1pPr>
          </a:lstStyle>
          <a:p>
            <a:pPr fontAlgn="base"/>
            <a:r>
              <a:rPr lang="zh-CN" altLang="en-US" sz="15060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087813" y="28910002"/>
            <a:ext cx="26392500" cy="9449996"/>
          </a:xfrm>
        </p:spPr>
        <p:txBody>
          <a:bodyPr/>
          <a:lstStyle>
            <a:lvl1pPr marL="0" indent="0">
              <a:buNone/>
              <a:defRPr sz="6025">
                <a:solidFill>
                  <a:schemeClr val="tx1">
                    <a:tint val="75000"/>
                  </a:schemeClr>
                </a:solidFill>
              </a:defRPr>
            </a:lvl1pPr>
            <a:lvl2pPr marL="1147445" indent="0">
              <a:buNone/>
              <a:defRPr sz="5020">
                <a:solidFill>
                  <a:schemeClr val="tx1">
                    <a:tint val="75000"/>
                  </a:schemeClr>
                </a:solidFill>
              </a:defRPr>
            </a:lvl2pPr>
            <a:lvl3pPr marL="2294890" indent="0">
              <a:buNone/>
              <a:defRPr sz="4520">
                <a:solidFill>
                  <a:schemeClr val="tx1">
                    <a:tint val="75000"/>
                  </a:schemeClr>
                </a:solidFill>
              </a:defRPr>
            </a:lvl3pPr>
            <a:lvl4pPr marL="3442335" indent="0">
              <a:buNone/>
              <a:defRPr sz="4015">
                <a:solidFill>
                  <a:schemeClr val="tx1">
                    <a:tint val="75000"/>
                  </a:schemeClr>
                </a:solidFill>
              </a:defRPr>
            </a:lvl4pPr>
            <a:lvl5pPr marL="4589780" indent="0">
              <a:buNone/>
              <a:defRPr sz="4015">
                <a:solidFill>
                  <a:schemeClr val="tx1">
                    <a:tint val="75000"/>
                  </a:schemeClr>
                </a:solidFill>
              </a:defRPr>
            </a:lvl5pPr>
            <a:lvl6pPr marL="5737225" indent="0">
              <a:buNone/>
              <a:defRPr sz="4015">
                <a:solidFill>
                  <a:schemeClr val="tx1">
                    <a:tint val="75000"/>
                  </a:schemeClr>
                </a:solidFill>
              </a:defRPr>
            </a:lvl6pPr>
            <a:lvl7pPr marL="6885305" indent="0">
              <a:buNone/>
              <a:defRPr sz="4015">
                <a:solidFill>
                  <a:schemeClr val="tx1">
                    <a:tint val="75000"/>
                  </a:schemeClr>
                </a:solidFill>
              </a:defRPr>
            </a:lvl7pPr>
            <a:lvl8pPr marL="8032750" indent="0">
              <a:buNone/>
              <a:defRPr sz="4015">
                <a:solidFill>
                  <a:schemeClr val="tx1">
                    <a:tint val="75000"/>
                  </a:schemeClr>
                </a:solidFill>
              </a:defRPr>
            </a:lvl8pPr>
            <a:lvl9pPr marL="9180195" indent="0">
              <a:buNone/>
              <a:defRPr sz="40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602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4704080" fontAlgn="base"/>
            <a:fld id="{9A0DB2DC-4C9A-4742-B13C-FB6460FD3503}" type="slidenum">
              <a:rPr lang="en-US" sz="5735" strike="noStrike" noProof="1">
                <a:latin typeface="Arial" panose="020B0604020202020204" pitchFamily="34" charset="0"/>
                <a:ea typeface="+mn-ea"/>
                <a:cs typeface="+mn-cs"/>
              </a:rPr>
            </a:fld>
            <a:endParaRPr 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1808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30506" y="10082142"/>
            <a:ext cx="13494724" cy="28508928"/>
          </a:xfrm>
        </p:spPr>
        <p:txBody>
          <a:bodyPr/>
          <a:lstStyle/>
          <a:p>
            <a:pPr lvl="0" fontAlgn="base"/>
            <a:r>
              <a:rPr lang="zh-CN" altLang="en-US" sz="13145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1147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828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828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5576035" y="10082142"/>
            <a:ext cx="13494724" cy="28508928"/>
          </a:xfrm>
        </p:spPr>
        <p:txBody>
          <a:bodyPr/>
          <a:lstStyle/>
          <a:p>
            <a:pPr lvl="0" fontAlgn="base"/>
            <a:r>
              <a:rPr lang="zh-CN" altLang="en-US" sz="13145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1147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828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828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4704080" fontAlgn="base"/>
            <a:fld id="{9A0DB2DC-4C9A-4742-B13C-FB6460FD3503}" type="slidenum">
              <a:rPr lang="en-US" sz="5735" strike="noStrike" noProof="1">
                <a:latin typeface="Arial" panose="020B0604020202020204" pitchFamily="34" charset="0"/>
                <a:ea typeface="+mn-ea"/>
                <a:cs typeface="+mn-cs"/>
              </a:rPr>
            </a:fld>
            <a:endParaRPr 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7736" y="2300000"/>
            <a:ext cx="26392500" cy="8350003"/>
          </a:xfrm>
        </p:spPr>
        <p:txBody>
          <a:bodyPr/>
          <a:lstStyle/>
          <a:p>
            <a:pPr fontAlgn="base"/>
            <a:r>
              <a:rPr lang="zh-CN" altLang="en-US" sz="1808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978616" y="11202758"/>
            <a:ext cx="12231903" cy="5189997"/>
          </a:xfrm>
        </p:spPr>
        <p:txBody>
          <a:bodyPr anchor="ctr" anchorCtr="0"/>
          <a:lstStyle>
            <a:lvl1pPr marL="0" indent="0">
              <a:buNone/>
              <a:defRPr sz="7030"/>
            </a:lvl1pPr>
            <a:lvl2pPr marL="1147445" indent="0">
              <a:buNone/>
              <a:defRPr sz="6025"/>
            </a:lvl2pPr>
            <a:lvl3pPr marL="2294890" indent="0">
              <a:buNone/>
              <a:defRPr sz="5020"/>
            </a:lvl3pPr>
            <a:lvl4pPr marL="3442335" indent="0">
              <a:buNone/>
              <a:defRPr sz="4520"/>
            </a:lvl4pPr>
            <a:lvl5pPr marL="4589780" indent="0">
              <a:buNone/>
              <a:defRPr sz="4520"/>
            </a:lvl5pPr>
            <a:lvl6pPr marL="5737225" indent="0">
              <a:buNone/>
              <a:defRPr sz="4520"/>
            </a:lvl6pPr>
            <a:lvl7pPr marL="6885305" indent="0">
              <a:buNone/>
              <a:defRPr sz="4520"/>
            </a:lvl7pPr>
            <a:lvl8pPr marL="8032750" indent="0">
              <a:buNone/>
              <a:defRPr sz="4520"/>
            </a:lvl8pPr>
            <a:lvl9pPr marL="9180195" indent="0">
              <a:buNone/>
              <a:defRPr sz="4520"/>
            </a:lvl9pPr>
          </a:lstStyle>
          <a:p>
            <a:pPr lvl="0" fontAlgn="base"/>
            <a:r>
              <a:rPr lang="zh-CN" altLang="en-US" sz="703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978616" y="16789788"/>
            <a:ext cx="12231903" cy="22200213"/>
          </a:xfrm>
        </p:spPr>
        <p:txBody>
          <a:bodyPr/>
          <a:lstStyle/>
          <a:p>
            <a:pPr lvl="0" fontAlgn="base"/>
            <a:r>
              <a:rPr lang="zh-CN" altLang="en-US" sz="13145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1147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828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828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5703929" y="11202758"/>
            <a:ext cx="12292145" cy="5189997"/>
          </a:xfrm>
        </p:spPr>
        <p:txBody>
          <a:bodyPr anchor="ctr" anchorCtr="0"/>
          <a:lstStyle>
            <a:lvl1pPr marL="0" indent="0">
              <a:buNone/>
              <a:defRPr sz="7030"/>
            </a:lvl1pPr>
            <a:lvl2pPr marL="1147445" indent="0">
              <a:buNone/>
              <a:defRPr sz="6025"/>
            </a:lvl2pPr>
            <a:lvl3pPr marL="2294890" indent="0">
              <a:buNone/>
              <a:defRPr sz="5020"/>
            </a:lvl3pPr>
            <a:lvl4pPr marL="3442335" indent="0">
              <a:buNone/>
              <a:defRPr sz="4520"/>
            </a:lvl4pPr>
            <a:lvl5pPr marL="4589780" indent="0">
              <a:buNone/>
              <a:defRPr sz="4520"/>
            </a:lvl5pPr>
            <a:lvl6pPr marL="5737225" indent="0">
              <a:buNone/>
              <a:defRPr sz="4520"/>
            </a:lvl6pPr>
            <a:lvl7pPr marL="6885305" indent="0">
              <a:buNone/>
              <a:defRPr sz="4520"/>
            </a:lvl7pPr>
            <a:lvl8pPr marL="8032750" indent="0">
              <a:buNone/>
              <a:defRPr sz="4520"/>
            </a:lvl8pPr>
            <a:lvl9pPr marL="9180195" indent="0">
              <a:buNone/>
              <a:defRPr sz="4520"/>
            </a:lvl9pPr>
          </a:lstStyle>
          <a:p>
            <a:pPr lvl="0" fontAlgn="base"/>
            <a:r>
              <a:rPr lang="zh-CN" altLang="en-US" sz="703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5703929" y="16789788"/>
            <a:ext cx="12292145" cy="22200213"/>
          </a:xfrm>
        </p:spPr>
        <p:txBody>
          <a:bodyPr/>
          <a:lstStyle/>
          <a:p>
            <a:pPr lvl="0" fontAlgn="base"/>
            <a:r>
              <a:rPr lang="zh-CN" altLang="en-US" sz="13145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1147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828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828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4704080" fontAlgn="base"/>
            <a:fld id="{9A0DB2DC-4C9A-4742-B13C-FB6460FD3503}" type="slidenum">
              <a:rPr lang="en-US" sz="5735" strike="noStrike" noProof="1">
                <a:latin typeface="Arial" panose="020B0604020202020204" pitchFamily="34" charset="0"/>
                <a:ea typeface="+mn-ea"/>
                <a:cs typeface="+mn-cs"/>
              </a:rPr>
            </a:fld>
            <a:endParaRPr 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1808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4704080" fontAlgn="base"/>
            <a:fld id="{9A0DB2DC-4C9A-4742-B13C-FB6460FD3503}" type="slidenum">
              <a:rPr lang="en-US" sz="5735" strike="noStrike" noProof="1">
                <a:latin typeface="Arial" panose="020B0604020202020204" pitchFamily="34" charset="0"/>
                <a:ea typeface="+mn-ea"/>
                <a:cs typeface="+mn-cs"/>
              </a:rPr>
            </a:fld>
            <a:endParaRPr 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4704080" fontAlgn="base"/>
            <a:fld id="{9A0DB2DC-4C9A-4742-B13C-FB6460FD3503}" type="slidenum">
              <a:rPr lang="en-US" sz="5735" strike="noStrike" noProof="1">
                <a:latin typeface="Arial" panose="020B0604020202020204" pitchFamily="34" charset="0"/>
                <a:ea typeface="+mn-ea"/>
                <a:cs typeface="+mn-cs"/>
              </a:rPr>
            </a:fld>
            <a:endParaRPr 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7736" y="2880000"/>
            <a:ext cx="9869296" cy="10079999"/>
          </a:xfrm>
        </p:spPr>
        <p:txBody>
          <a:bodyPr anchor="b"/>
          <a:lstStyle>
            <a:lvl1pPr>
              <a:defRPr sz="8030"/>
            </a:lvl1pPr>
          </a:lstStyle>
          <a:p>
            <a:pPr fontAlgn="base"/>
            <a:r>
              <a:rPr lang="zh-CN" altLang="en-US" sz="8030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008986" y="6220000"/>
            <a:ext cx="15491250" cy="30699998"/>
          </a:xfrm>
        </p:spPr>
        <p:txBody>
          <a:bodyPr/>
          <a:lstStyle>
            <a:lvl1pPr>
              <a:defRPr sz="8030"/>
            </a:lvl1pPr>
            <a:lvl2pPr>
              <a:defRPr sz="7030"/>
            </a:lvl2pPr>
            <a:lvl3pPr>
              <a:defRPr sz="6025"/>
            </a:lvl3pPr>
            <a:lvl4pPr>
              <a:defRPr sz="5020"/>
            </a:lvl4pPr>
            <a:lvl5pPr>
              <a:defRPr sz="5020"/>
            </a:lvl5pPr>
            <a:lvl6pPr>
              <a:defRPr sz="5020"/>
            </a:lvl6pPr>
            <a:lvl7pPr>
              <a:defRPr sz="5020"/>
            </a:lvl7pPr>
            <a:lvl8pPr>
              <a:defRPr sz="5020"/>
            </a:lvl8pPr>
            <a:lvl9pPr>
              <a:defRPr sz="5020"/>
            </a:lvl9pPr>
          </a:lstStyle>
          <a:p>
            <a:pPr lvl="0" fontAlgn="base"/>
            <a:r>
              <a:rPr lang="zh-CN" altLang="en-US" sz="803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7030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6025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5020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502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07736" y="12959999"/>
            <a:ext cx="9869296" cy="24010002"/>
          </a:xfrm>
        </p:spPr>
        <p:txBody>
          <a:bodyPr/>
          <a:lstStyle>
            <a:lvl1pPr marL="0" indent="0">
              <a:buNone/>
              <a:defRPr sz="4015"/>
            </a:lvl1pPr>
            <a:lvl2pPr marL="1147445" indent="0">
              <a:buNone/>
              <a:defRPr sz="3515"/>
            </a:lvl2pPr>
            <a:lvl3pPr marL="2294890" indent="0">
              <a:buNone/>
              <a:defRPr sz="3010"/>
            </a:lvl3pPr>
            <a:lvl4pPr marL="3442335" indent="0">
              <a:buNone/>
              <a:defRPr sz="2510"/>
            </a:lvl4pPr>
            <a:lvl5pPr marL="4589780" indent="0">
              <a:buNone/>
              <a:defRPr sz="2510"/>
            </a:lvl5pPr>
            <a:lvl6pPr marL="5737225" indent="0">
              <a:buNone/>
              <a:defRPr sz="2510"/>
            </a:lvl6pPr>
            <a:lvl7pPr marL="6885305" indent="0">
              <a:buNone/>
              <a:defRPr sz="2510"/>
            </a:lvl7pPr>
            <a:lvl8pPr marL="8032750" indent="0">
              <a:buNone/>
              <a:defRPr sz="2510"/>
            </a:lvl8pPr>
            <a:lvl9pPr marL="9180195" indent="0">
              <a:buNone/>
              <a:defRPr sz="2510"/>
            </a:lvl9pPr>
          </a:lstStyle>
          <a:p>
            <a:pPr lvl="0" fontAlgn="base"/>
            <a:r>
              <a:rPr lang="zh-CN" altLang="en-US" sz="401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4704080" fontAlgn="base"/>
            <a:fld id="{9A0DB2DC-4C9A-4742-B13C-FB6460FD3503}" type="slidenum">
              <a:rPr lang="en-US" sz="5735" strike="noStrike" noProof="1">
                <a:latin typeface="Arial" panose="020B0604020202020204" pitchFamily="34" charset="0"/>
                <a:ea typeface="+mn-ea"/>
                <a:cs typeface="+mn-cs"/>
              </a:rPr>
            </a:fld>
            <a:endParaRPr 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7736" y="2880000"/>
            <a:ext cx="10454370" cy="10079999"/>
          </a:xfrm>
        </p:spPr>
        <p:txBody>
          <a:bodyPr anchor="b"/>
          <a:lstStyle>
            <a:lvl1pPr>
              <a:defRPr sz="8030"/>
            </a:lvl1pPr>
          </a:lstStyle>
          <a:p>
            <a:pPr fontAlgn="base"/>
            <a:r>
              <a:rPr lang="zh-CN" altLang="en-US" sz="8030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008986" y="2880006"/>
            <a:ext cx="15491250" cy="34039998"/>
          </a:xfrm>
        </p:spPr>
        <p:txBody>
          <a:bodyPr/>
          <a:lstStyle>
            <a:lvl1pPr marL="0" indent="0">
              <a:buNone/>
              <a:defRPr sz="8030"/>
            </a:lvl1pPr>
            <a:lvl2pPr marL="1147445" indent="0">
              <a:buNone/>
              <a:defRPr sz="7030"/>
            </a:lvl2pPr>
            <a:lvl3pPr marL="2294890" indent="0">
              <a:buNone/>
              <a:defRPr sz="6025"/>
            </a:lvl3pPr>
            <a:lvl4pPr marL="3442335" indent="0">
              <a:buNone/>
              <a:defRPr sz="5020"/>
            </a:lvl4pPr>
            <a:lvl5pPr marL="4589780" indent="0">
              <a:buNone/>
              <a:defRPr sz="5020"/>
            </a:lvl5pPr>
            <a:lvl6pPr marL="5737225" indent="0">
              <a:buNone/>
              <a:defRPr sz="5020"/>
            </a:lvl6pPr>
            <a:lvl7pPr marL="6885305" indent="0">
              <a:buNone/>
              <a:defRPr sz="5020"/>
            </a:lvl7pPr>
            <a:lvl8pPr marL="8032750" indent="0">
              <a:buNone/>
              <a:defRPr sz="5020"/>
            </a:lvl8pPr>
            <a:lvl9pPr marL="9180195" indent="0">
              <a:buNone/>
              <a:defRPr sz="502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07736" y="12959999"/>
            <a:ext cx="10454370" cy="24010002"/>
          </a:xfrm>
        </p:spPr>
        <p:txBody>
          <a:bodyPr/>
          <a:lstStyle>
            <a:lvl1pPr marL="0" indent="0">
              <a:buNone/>
              <a:defRPr sz="5020"/>
            </a:lvl1pPr>
            <a:lvl2pPr marL="1147445" indent="0">
              <a:buNone/>
              <a:defRPr sz="4520"/>
            </a:lvl2pPr>
            <a:lvl3pPr marL="2294890" indent="0">
              <a:buNone/>
              <a:defRPr sz="4015"/>
            </a:lvl3pPr>
            <a:lvl4pPr marL="3442335" indent="0">
              <a:buNone/>
              <a:defRPr sz="3515"/>
            </a:lvl4pPr>
            <a:lvl5pPr marL="4589780" indent="0">
              <a:buNone/>
              <a:defRPr sz="3515"/>
            </a:lvl5pPr>
            <a:lvl6pPr marL="5737225" indent="0">
              <a:buNone/>
              <a:defRPr sz="3515"/>
            </a:lvl6pPr>
            <a:lvl7pPr marL="6885305" indent="0">
              <a:buNone/>
              <a:defRPr sz="3515"/>
            </a:lvl7pPr>
            <a:lvl8pPr marL="8032750" indent="0">
              <a:buNone/>
              <a:defRPr sz="3515"/>
            </a:lvl8pPr>
            <a:lvl9pPr marL="9180195" indent="0">
              <a:buNone/>
              <a:defRPr sz="3515"/>
            </a:lvl9pPr>
          </a:lstStyle>
          <a:p>
            <a:pPr lvl="0" fontAlgn="base"/>
            <a:r>
              <a:rPr lang="zh-CN" altLang="en-US" sz="502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4704080" fontAlgn="base"/>
            <a:fld id="{9A0DB2DC-4C9A-4742-B13C-FB6460FD3503}" type="slidenum">
              <a:rPr lang="en-US" sz="5735" strike="noStrike" noProof="1">
                <a:latin typeface="Arial" panose="020B0604020202020204" pitchFamily="34" charset="0"/>
                <a:ea typeface="+mn-ea"/>
                <a:cs typeface="+mn-cs"/>
              </a:rPr>
            </a:fld>
            <a:endParaRPr 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1808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13145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1147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828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828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4704080" fontAlgn="base"/>
            <a:fld id="{9A0DB2DC-4C9A-4742-B13C-FB6460FD3503}" type="slidenum">
              <a:rPr lang="en-US" sz="5735" strike="noStrike" noProof="1">
                <a:latin typeface="Arial" panose="020B0604020202020204" pitchFamily="34" charset="0"/>
                <a:ea typeface="+mn-ea"/>
                <a:cs typeface="+mn-cs"/>
              </a:rPr>
            </a:fld>
            <a:endParaRPr 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22185696" y="1732143"/>
            <a:ext cx="6885063" cy="36858927"/>
          </a:xfrm>
        </p:spPr>
        <p:txBody>
          <a:bodyPr vert="eaVert"/>
          <a:lstStyle/>
          <a:p>
            <a:pPr fontAlgn="base"/>
            <a:r>
              <a:rPr lang="zh-CN" altLang="en-US" sz="1808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30506" y="1732143"/>
            <a:ext cx="20256056" cy="36858927"/>
          </a:xfrm>
        </p:spPr>
        <p:txBody>
          <a:bodyPr vert="eaVert"/>
          <a:lstStyle/>
          <a:p>
            <a:pPr lvl="0" fontAlgn="base"/>
            <a:r>
              <a:rPr lang="zh-CN" altLang="en-US" sz="13145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1147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828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828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4704080" fontAlgn="base"/>
            <a:fld id="{9A0DB2DC-4C9A-4742-B13C-FB6460FD3503}" type="slidenum">
              <a:rPr lang="en-US" sz="5735" strike="noStrike" noProof="1">
                <a:latin typeface="Arial" panose="020B0604020202020204" pitchFamily="34" charset="0"/>
                <a:ea typeface="+mn-ea"/>
                <a:cs typeface="+mn-cs"/>
              </a:rPr>
            </a:fld>
            <a:endParaRPr 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1530350" y="1731963"/>
            <a:ext cx="27539950" cy="7200900"/>
          </a:xfrm>
          <a:prstGeom prst="rect">
            <a:avLst/>
          </a:prstGeom>
          <a:noFill/>
          <a:ln w="9525">
            <a:noFill/>
          </a:ln>
        </p:spPr>
        <p:txBody>
          <a:bodyPr lIns="470253" tIns="235127" rIns="470253" bIns="235127" anchor="ctr" anchorCtr="0"/>
          <a:lstStyle/>
          <a:p>
            <a:pPr lvl="0" fontAlgn="base"/>
            <a:r>
              <a:rPr lang="en-US" altLang="zh-CN" sz="18085" strike="noStrike" noProof="1"/>
              <a:t>Click to edit Master title style</a:t>
            </a:r>
            <a:endParaRPr lang="en-US" altLang="zh-CN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1530350" y="10082213"/>
            <a:ext cx="27539950" cy="28508325"/>
          </a:xfrm>
          <a:prstGeom prst="rect">
            <a:avLst/>
          </a:prstGeom>
          <a:noFill/>
          <a:ln w="9525">
            <a:noFill/>
          </a:ln>
        </p:spPr>
        <p:txBody>
          <a:bodyPr lIns="470253" tIns="235127" rIns="470253" bIns="235127"/>
          <a:lstStyle/>
          <a:p>
            <a:pPr lvl="0" fontAlgn="base"/>
            <a:r>
              <a:rPr lang="en-US" altLang="zh-CN" sz="13145" strike="noStrike" noProof="1"/>
              <a:t>Click to edit Master text styles</a:t>
            </a:r>
            <a:endParaRPr lang="en-US" altLang="zh-CN" strike="noStrike" noProof="1"/>
          </a:p>
          <a:p>
            <a:pPr lvl="1" fontAlgn="base"/>
            <a:r>
              <a:rPr lang="en-US" altLang="zh-CN" sz="11475" strike="noStrike" noProof="1"/>
              <a:t>Second level</a:t>
            </a:r>
            <a:endParaRPr lang="en-US" altLang="zh-CN" strike="noStrike" noProof="1"/>
          </a:p>
          <a:p>
            <a:pPr lvl="2" fontAlgn="base"/>
            <a:r>
              <a:rPr lang="en-US" altLang="zh-CN" strike="noStrike" noProof="1"/>
              <a:t>Third level</a:t>
            </a:r>
            <a:endParaRPr lang="en-US" altLang="zh-CN" strike="noStrike" noProof="1"/>
          </a:p>
          <a:p>
            <a:pPr lvl="3" fontAlgn="base"/>
            <a:r>
              <a:rPr lang="en-US" altLang="zh-CN" sz="8285" strike="noStrike" noProof="1"/>
              <a:t>Fourth level</a:t>
            </a:r>
            <a:endParaRPr lang="en-US" altLang="zh-CN" strike="noStrike" noProof="1"/>
          </a:p>
          <a:p>
            <a:pPr lvl="4" fontAlgn="base"/>
            <a:r>
              <a:rPr lang="en-US" altLang="zh-CN" sz="8285" strike="noStrike" noProof="1"/>
              <a:t>Fifth level</a:t>
            </a:r>
            <a:endParaRPr lang="en-US" altLang="zh-CN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1530350" y="39341425"/>
            <a:ext cx="7140575" cy="3000375"/>
          </a:xfrm>
          <a:prstGeom prst="rect">
            <a:avLst/>
          </a:prstGeom>
          <a:noFill/>
          <a:ln w="9525">
            <a:noFill/>
          </a:ln>
        </p:spPr>
        <p:txBody>
          <a:bodyPr lIns="470253" tIns="235127" rIns="470253" bIns="235127"/>
          <a:lstStyle>
            <a:lvl1pPr>
              <a:defRPr sz="5735"/>
            </a:lvl1pPr>
          </a:lstStyle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10455275" y="39341425"/>
            <a:ext cx="9690100" cy="3000375"/>
          </a:xfrm>
          <a:prstGeom prst="rect">
            <a:avLst/>
          </a:prstGeom>
          <a:noFill/>
          <a:ln w="9525">
            <a:noFill/>
          </a:ln>
        </p:spPr>
        <p:txBody>
          <a:bodyPr lIns="470253" tIns="235127" rIns="470253" bIns="235127"/>
          <a:lstStyle>
            <a:lvl1pPr algn="ctr">
              <a:defRPr sz="5735"/>
            </a:lvl1pPr>
          </a:lstStyle>
          <a:p>
            <a:pPr lvl="0" defTabSz="470408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21929725" y="39341425"/>
            <a:ext cx="7140575" cy="3000375"/>
          </a:xfrm>
          <a:prstGeom prst="rect">
            <a:avLst/>
          </a:prstGeom>
          <a:noFill/>
          <a:ln w="9525">
            <a:noFill/>
          </a:ln>
        </p:spPr>
        <p:txBody>
          <a:bodyPr lIns="470253" tIns="235127" rIns="470253" bIns="235127"/>
          <a:lstStyle>
            <a:lvl1pPr algn="r">
              <a:defRPr sz="5735"/>
            </a:lvl1pPr>
          </a:lstStyle>
          <a:p>
            <a:pPr lvl="0" defTabSz="4704080" fontAlgn="base"/>
            <a:fld id="{9A0DB2DC-4C9A-4742-B13C-FB6460FD3503}" type="slidenum">
              <a:rPr lang="en-US" sz="5735" strike="noStrike" noProof="1">
                <a:latin typeface="Arial" panose="020B0604020202020204" pitchFamily="34" charset="0"/>
                <a:ea typeface="+mn-ea"/>
                <a:cs typeface="+mn-cs"/>
              </a:rPr>
            </a:fld>
            <a:endParaRPr 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374840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85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06525" lvl="0" indent="-1406525" algn="l" defTabSz="3748405" rtl="0" eaLnBrk="1" fontAlgn="base" latinLnBrk="0" hangingPunct="1">
        <a:lnSpc>
          <a:spcPct val="100000"/>
        </a:lnSpc>
        <a:spcBef>
          <a:spcPct val="16000"/>
        </a:spcBef>
        <a:spcAft>
          <a:spcPct val="0"/>
        </a:spcAft>
        <a:buChar char="•"/>
        <a:defRPr sz="1314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046095" lvl="1" indent="-1172210" algn="l" defTabSz="3748405" rtl="0" eaLnBrk="1" fontAlgn="base" latinLnBrk="0" hangingPunct="1">
        <a:lnSpc>
          <a:spcPct val="100000"/>
        </a:lnSpc>
        <a:spcBef>
          <a:spcPct val="16000"/>
        </a:spcBef>
        <a:spcAft>
          <a:spcPct val="0"/>
        </a:spcAft>
        <a:buChar char="–"/>
        <a:defRPr sz="114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685030" lvl="2" indent="-937260" algn="l" defTabSz="3748405" rtl="0" eaLnBrk="1" fontAlgn="base" latinLnBrk="0" hangingPunct="1">
        <a:lnSpc>
          <a:spcPct val="100000"/>
        </a:lnSpc>
        <a:spcBef>
          <a:spcPct val="16000"/>
        </a:spcBef>
        <a:spcAft>
          <a:spcPct val="0"/>
        </a:spcAft>
        <a:buChar char="•"/>
        <a:defRPr sz="9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557010" lvl="3" indent="-937260" algn="l" defTabSz="3748405" rtl="0" eaLnBrk="1" fontAlgn="base" latinLnBrk="0" hangingPunct="1">
        <a:lnSpc>
          <a:spcPct val="100000"/>
        </a:lnSpc>
        <a:spcBef>
          <a:spcPct val="16000"/>
        </a:spcBef>
        <a:spcAft>
          <a:spcPct val="0"/>
        </a:spcAft>
        <a:buChar char="–"/>
        <a:defRPr sz="82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430895" lvl="4" indent="-935990" algn="l" defTabSz="3748405" rtl="0" eaLnBrk="1" fontAlgn="base" latinLnBrk="0" hangingPunct="1">
        <a:lnSpc>
          <a:spcPct val="100000"/>
        </a:lnSpc>
        <a:spcBef>
          <a:spcPct val="16000"/>
        </a:spcBef>
        <a:spcAft>
          <a:spcPct val="0"/>
        </a:spcAft>
        <a:buChar char="»"/>
        <a:defRPr sz="82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003425" lvl="5" indent="-182245" algn="l" defTabSz="3748405" rtl="0" eaLnBrk="1" fontAlgn="base" latinLnBrk="0" hangingPunct="1">
        <a:lnSpc>
          <a:spcPct val="100000"/>
        </a:lnSpc>
        <a:spcBef>
          <a:spcPct val="16000"/>
        </a:spcBef>
        <a:spcAft>
          <a:spcPct val="0"/>
        </a:spcAft>
        <a:buChar char="»"/>
        <a:defRPr sz="82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67915" lvl="6" indent="-182245" algn="l" defTabSz="3748405" rtl="0" eaLnBrk="1" fontAlgn="base" latinLnBrk="0" hangingPunct="1">
        <a:lnSpc>
          <a:spcPct val="100000"/>
        </a:lnSpc>
        <a:spcBef>
          <a:spcPct val="16000"/>
        </a:spcBef>
        <a:spcAft>
          <a:spcPct val="0"/>
        </a:spcAft>
        <a:buChar char="»"/>
        <a:defRPr sz="82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732405" lvl="7" indent="-182245" algn="l" defTabSz="3748405" rtl="0" eaLnBrk="1" fontAlgn="base" latinLnBrk="0" hangingPunct="1">
        <a:lnSpc>
          <a:spcPct val="100000"/>
        </a:lnSpc>
        <a:spcBef>
          <a:spcPct val="16000"/>
        </a:spcBef>
        <a:spcAft>
          <a:spcPct val="0"/>
        </a:spcAft>
        <a:buChar char="»"/>
        <a:defRPr sz="82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096260" lvl="8" indent="-182245" algn="l" defTabSz="3748405" rtl="0" eaLnBrk="1" fontAlgn="base" latinLnBrk="0" hangingPunct="1">
        <a:lnSpc>
          <a:spcPct val="100000"/>
        </a:lnSpc>
        <a:spcBef>
          <a:spcPct val="16000"/>
        </a:spcBef>
        <a:spcAft>
          <a:spcPct val="0"/>
        </a:spcAft>
        <a:buChar char="»"/>
        <a:defRPr sz="82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7283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43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6449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728345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092835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457325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2118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18567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255016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2914015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tags" Target="../tags/tag54.xml"/><Relationship Id="rId98" Type="http://schemas.openxmlformats.org/officeDocument/2006/relationships/tags" Target="../tags/tag53.xml"/><Relationship Id="rId97" Type="http://schemas.openxmlformats.org/officeDocument/2006/relationships/tags" Target="../tags/tag52.xml"/><Relationship Id="rId96" Type="http://schemas.openxmlformats.org/officeDocument/2006/relationships/tags" Target="../tags/tag51.xml"/><Relationship Id="rId95" Type="http://schemas.openxmlformats.org/officeDocument/2006/relationships/image" Target="../media/image29.png"/><Relationship Id="rId94" Type="http://schemas.openxmlformats.org/officeDocument/2006/relationships/tags" Target="../tags/tag50.xml"/><Relationship Id="rId93" Type="http://schemas.openxmlformats.org/officeDocument/2006/relationships/image" Target="../media/image28.png"/><Relationship Id="rId92" Type="http://schemas.openxmlformats.org/officeDocument/2006/relationships/tags" Target="../tags/tag49.xml"/><Relationship Id="rId91" Type="http://schemas.openxmlformats.org/officeDocument/2006/relationships/tags" Target="../tags/tag48.xml"/><Relationship Id="rId90" Type="http://schemas.openxmlformats.org/officeDocument/2006/relationships/tags" Target="../tags/tag47.xml"/><Relationship Id="rId9" Type="http://schemas.openxmlformats.org/officeDocument/2006/relationships/tags" Target="../tags/tag7.xml"/><Relationship Id="rId89" Type="http://schemas.openxmlformats.org/officeDocument/2006/relationships/image" Target="../media/image27.emf"/><Relationship Id="rId88" Type="http://schemas.openxmlformats.org/officeDocument/2006/relationships/oleObject" Target="../embeddings/oleObject16.bin"/><Relationship Id="rId87" Type="http://schemas.openxmlformats.org/officeDocument/2006/relationships/tags" Target="../tags/tag46.xml"/><Relationship Id="rId86" Type="http://schemas.openxmlformats.org/officeDocument/2006/relationships/image" Target="../media/image26.emf"/><Relationship Id="rId85" Type="http://schemas.openxmlformats.org/officeDocument/2006/relationships/oleObject" Target="../embeddings/oleObject15.bin"/><Relationship Id="rId84" Type="http://schemas.openxmlformats.org/officeDocument/2006/relationships/tags" Target="../tags/tag45.xml"/><Relationship Id="rId83" Type="http://schemas.openxmlformats.org/officeDocument/2006/relationships/tags" Target="../tags/tag44.xml"/><Relationship Id="rId82" Type="http://schemas.openxmlformats.org/officeDocument/2006/relationships/tags" Target="../tags/tag43.xml"/><Relationship Id="rId81" Type="http://schemas.openxmlformats.org/officeDocument/2006/relationships/tags" Target="../tags/tag42.xml"/><Relationship Id="rId80" Type="http://schemas.openxmlformats.org/officeDocument/2006/relationships/tags" Target="../tags/tag41.xml"/><Relationship Id="rId8" Type="http://schemas.openxmlformats.org/officeDocument/2006/relationships/tags" Target="../tags/tag6.xml"/><Relationship Id="rId79" Type="http://schemas.openxmlformats.org/officeDocument/2006/relationships/image" Target="../media/image25.png"/><Relationship Id="rId78" Type="http://schemas.openxmlformats.org/officeDocument/2006/relationships/tags" Target="../tags/tag40.xml"/><Relationship Id="rId77" Type="http://schemas.openxmlformats.org/officeDocument/2006/relationships/image" Target="../media/image24.png"/><Relationship Id="rId76" Type="http://schemas.openxmlformats.org/officeDocument/2006/relationships/tags" Target="../tags/tag39.xml"/><Relationship Id="rId75" Type="http://schemas.openxmlformats.org/officeDocument/2006/relationships/image" Target="../media/image23.png"/><Relationship Id="rId74" Type="http://schemas.openxmlformats.org/officeDocument/2006/relationships/tags" Target="../tags/tag38.xml"/><Relationship Id="rId73" Type="http://schemas.openxmlformats.org/officeDocument/2006/relationships/image" Target="../media/image22.png"/><Relationship Id="rId72" Type="http://schemas.openxmlformats.org/officeDocument/2006/relationships/tags" Target="../tags/tag37.xml"/><Relationship Id="rId71" Type="http://schemas.openxmlformats.org/officeDocument/2006/relationships/tags" Target="../tags/tag36.xml"/><Relationship Id="rId70" Type="http://schemas.openxmlformats.org/officeDocument/2006/relationships/image" Target="../media/image21.emf"/><Relationship Id="rId7" Type="http://schemas.openxmlformats.org/officeDocument/2006/relationships/tags" Target="../tags/tag5.xml"/><Relationship Id="rId69" Type="http://schemas.openxmlformats.org/officeDocument/2006/relationships/oleObject" Target="../embeddings/oleObject14.bin"/><Relationship Id="rId68" Type="http://schemas.openxmlformats.org/officeDocument/2006/relationships/tags" Target="../tags/tag35.xml"/><Relationship Id="rId67" Type="http://schemas.openxmlformats.org/officeDocument/2006/relationships/image" Target="../media/image20.emf"/><Relationship Id="rId66" Type="http://schemas.openxmlformats.org/officeDocument/2006/relationships/oleObject" Target="../embeddings/oleObject13.bin"/><Relationship Id="rId65" Type="http://schemas.openxmlformats.org/officeDocument/2006/relationships/tags" Target="../tags/tag34.xml"/><Relationship Id="rId64" Type="http://schemas.openxmlformats.org/officeDocument/2006/relationships/image" Target="../media/image19.emf"/><Relationship Id="rId63" Type="http://schemas.openxmlformats.org/officeDocument/2006/relationships/oleObject" Target="../embeddings/oleObject12.bin"/><Relationship Id="rId62" Type="http://schemas.openxmlformats.org/officeDocument/2006/relationships/tags" Target="../tags/tag33.xml"/><Relationship Id="rId61" Type="http://schemas.openxmlformats.org/officeDocument/2006/relationships/image" Target="../media/image18.emf"/><Relationship Id="rId60" Type="http://schemas.openxmlformats.org/officeDocument/2006/relationships/oleObject" Target="../embeddings/oleObject11.bin"/><Relationship Id="rId6" Type="http://schemas.openxmlformats.org/officeDocument/2006/relationships/image" Target="../media/image2.jpeg"/><Relationship Id="rId59" Type="http://schemas.openxmlformats.org/officeDocument/2006/relationships/tags" Target="../tags/tag32.xml"/><Relationship Id="rId58" Type="http://schemas.openxmlformats.org/officeDocument/2006/relationships/image" Target="../media/image17.emf"/><Relationship Id="rId57" Type="http://schemas.openxmlformats.org/officeDocument/2006/relationships/oleObject" Target="../embeddings/oleObject10.bin"/><Relationship Id="rId56" Type="http://schemas.openxmlformats.org/officeDocument/2006/relationships/tags" Target="../tags/tag31.xml"/><Relationship Id="rId55" Type="http://schemas.openxmlformats.org/officeDocument/2006/relationships/tags" Target="../tags/tag30.xml"/><Relationship Id="rId54" Type="http://schemas.openxmlformats.org/officeDocument/2006/relationships/image" Target="../media/image16.wmf"/><Relationship Id="rId53" Type="http://schemas.openxmlformats.org/officeDocument/2006/relationships/oleObject" Target="../embeddings/oleObject9.bin"/><Relationship Id="rId52" Type="http://schemas.openxmlformats.org/officeDocument/2006/relationships/tags" Target="../tags/tag29.xml"/><Relationship Id="rId51" Type="http://schemas.openxmlformats.org/officeDocument/2006/relationships/image" Target="../media/image15.emf"/><Relationship Id="rId50" Type="http://schemas.openxmlformats.org/officeDocument/2006/relationships/oleObject" Target="../embeddings/oleObject8.bin"/><Relationship Id="rId5" Type="http://schemas.openxmlformats.org/officeDocument/2006/relationships/tags" Target="../tags/tag4.xml"/><Relationship Id="rId49" Type="http://schemas.openxmlformats.org/officeDocument/2006/relationships/tags" Target="../tags/tag28.xml"/><Relationship Id="rId48" Type="http://schemas.openxmlformats.org/officeDocument/2006/relationships/image" Target="../media/image14.wmf"/><Relationship Id="rId47" Type="http://schemas.openxmlformats.org/officeDocument/2006/relationships/oleObject" Target="../embeddings/oleObject7.bin"/><Relationship Id="rId46" Type="http://schemas.openxmlformats.org/officeDocument/2006/relationships/tags" Target="../tags/tag27.xml"/><Relationship Id="rId45" Type="http://schemas.openxmlformats.org/officeDocument/2006/relationships/image" Target="../media/image13.wmf"/><Relationship Id="rId44" Type="http://schemas.openxmlformats.org/officeDocument/2006/relationships/oleObject" Target="../embeddings/oleObject6.bin"/><Relationship Id="rId43" Type="http://schemas.openxmlformats.org/officeDocument/2006/relationships/image" Target="../media/image12.emf"/><Relationship Id="rId42" Type="http://schemas.openxmlformats.org/officeDocument/2006/relationships/oleObject" Target="../embeddings/oleObject5.bin"/><Relationship Id="rId41" Type="http://schemas.openxmlformats.org/officeDocument/2006/relationships/tags" Target="../tags/tag26.xml"/><Relationship Id="rId40" Type="http://schemas.openxmlformats.org/officeDocument/2006/relationships/image" Target="../media/image11.emf"/><Relationship Id="rId4" Type="http://schemas.openxmlformats.org/officeDocument/2006/relationships/image" Target="../media/image1.jpeg"/><Relationship Id="rId39" Type="http://schemas.openxmlformats.org/officeDocument/2006/relationships/oleObject" Target="../embeddings/oleObject4.bin"/><Relationship Id="rId38" Type="http://schemas.openxmlformats.org/officeDocument/2006/relationships/tags" Target="../tags/tag25.xml"/><Relationship Id="rId37" Type="http://schemas.openxmlformats.org/officeDocument/2006/relationships/image" Target="../media/image10.emf"/><Relationship Id="rId36" Type="http://schemas.openxmlformats.org/officeDocument/2006/relationships/oleObject" Target="../embeddings/oleObject3.bin"/><Relationship Id="rId35" Type="http://schemas.openxmlformats.org/officeDocument/2006/relationships/tags" Target="../tags/tag24.xml"/><Relationship Id="rId34" Type="http://schemas.openxmlformats.org/officeDocument/2006/relationships/image" Target="../media/image9.emf"/><Relationship Id="rId33" Type="http://schemas.openxmlformats.org/officeDocument/2006/relationships/oleObject" Target="../embeddings/oleObject2.bin"/><Relationship Id="rId32" Type="http://schemas.openxmlformats.org/officeDocument/2006/relationships/tags" Target="../tags/tag23.xml"/><Relationship Id="rId31" Type="http://schemas.openxmlformats.org/officeDocument/2006/relationships/tags" Target="../tags/tag22.xml"/><Relationship Id="rId30" Type="http://schemas.openxmlformats.org/officeDocument/2006/relationships/tags" Target="../tags/tag21.xml"/><Relationship Id="rId3" Type="http://schemas.openxmlformats.org/officeDocument/2006/relationships/tags" Target="../tags/tag3.xml"/><Relationship Id="rId29" Type="http://schemas.openxmlformats.org/officeDocument/2006/relationships/image" Target="../media/image8.png"/><Relationship Id="rId28" Type="http://schemas.openxmlformats.org/officeDocument/2006/relationships/tags" Target="../tags/tag20.xml"/><Relationship Id="rId27" Type="http://schemas.openxmlformats.org/officeDocument/2006/relationships/tags" Target="../tags/tag19.xml"/><Relationship Id="rId26" Type="http://schemas.openxmlformats.org/officeDocument/2006/relationships/tags" Target="../tags/tag18.xml"/><Relationship Id="rId25" Type="http://schemas.openxmlformats.org/officeDocument/2006/relationships/image" Target="../media/image7.jpeg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tags" Target="../tags/tag15.xml"/><Relationship Id="rId21" Type="http://schemas.openxmlformats.org/officeDocument/2006/relationships/image" Target="../media/image6.png"/><Relationship Id="rId20" Type="http://schemas.openxmlformats.org/officeDocument/2006/relationships/tags" Target="../tags/tag14.xml"/><Relationship Id="rId2" Type="http://schemas.openxmlformats.org/officeDocument/2006/relationships/tags" Target="../tags/tag2.xml"/><Relationship Id="rId19" Type="http://schemas.openxmlformats.org/officeDocument/2006/relationships/image" Target="../media/image5.png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image" Target="../media/image4.png"/><Relationship Id="rId13" Type="http://schemas.openxmlformats.org/officeDocument/2006/relationships/tags" Target="../tags/tag9.xml"/><Relationship Id="rId12" Type="http://schemas.openxmlformats.org/officeDocument/2006/relationships/image" Target="../media/image3.png"/><Relationship Id="rId11" Type="http://schemas.openxmlformats.org/officeDocument/2006/relationships/oleObject" Target="../embeddings/oleObject1.bin"/><Relationship Id="rId104" Type="http://schemas.openxmlformats.org/officeDocument/2006/relationships/notesSlide" Target="../notesSlides/notesSlide1.xml"/><Relationship Id="rId103" Type="http://schemas.openxmlformats.org/officeDocument/2006/relationships/vmlDrawing" Target="../drawings/vmlDrawing1.vml"/><Relationship Id="rId102" Type="http://schemas.openxmlformats.org/officeDocument/2006/relationships/slideLayout" Target="../slideLayouts/slideLayout1.xml"/><Relationship Id="rId101" Type="http://schemas.openxmlformats.org/officeDocument/2006/relationships/image" Target="../media/image30.jpeg"/><Relationship Id="rId100" Type="http://schemas.openxmlformats.org/officeDocument/2006/relationships/tags" Target="../tags/tag55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CE5B9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椭圆 2074"/>
          <p:cNvSpPr/>
          <p:nvPr/>
        </p:nvSpPr>
        <p:spPr>
          <a:xfrm>
            <a:off x="2638425" y="14090650"/>
            <a:ext cx="13414375" cy="12207875"/>
          </a:xfrm>
          <a:prstGeom prst="ellipse">
            <a:avLst/>
          </a:prstGeom>
          <a:solidFill>
            <a:srgbClr val="C6D58F"/>
          </a:solidFill>
          <a:ln w="9525">
            <a:noFill/>
          </a:ln>
        </p:spPr>
        <p:txBody>
          <a:bodyPr/>
          <a:lstStyle/>
          <a:p>
            <a:pPr fontAlgn="base"/>
            <a:endParaRPr lang="zh-CN" altLang="en-US" sz="3185" strike="noStrike" noProof="1"/>
          </a:p>
        </p:txBody>
      </p:sp>
      <p:sp>
        <p:nvSpPr>
          <p:cNvPr id="2077" name="椭圆 2076"/>
          <p:cNvSpPr/>
          <p:nvPr/>
        </p:nvSpPr>
        <p:spPr>
          <a:xfrm>
            <a:off x="2625408" y="27085925"/>
            <a:ext cx="25368250" cy="13612813"/>
          </a:xfrm>
          <a:prstGeom prst="roundRect">
            <a:avLst/>
          </a:prstGeom>
          <a:solidFill>
            <a:srgbClr val="C6D58F"/>
          </a:solidFill>
          <a:ln w="9525">
            <a:noFill/>
          </a:ln>
        </p:spPr>
        <p:txBody>
          <a:bodyPr/>
          <a:lstStyle/>
          <a:p>
            <a:pPr fontAlgn="base"/>
            <a:endParaRPr lang="zh-CN" altLang="en-US" sz="3185" strike="noStrike" noProof="1"/>
          </a:p>
        </p:txBody>
      </p:sp>
      <p:sp>
        <p:nvSpPr>
          <p:cNvPr id="2129" name="椭圆 2128"/>
          <p:cNvSpPr/>
          <p:nvPr/>
        </p:nvSpPr>
        <p:spPr>
          <a:xfrm>
            <a:off x="2651125" y="8653463"/>
            <a:ext cx="25368250" cy="5213350"/>
          </a:xfrm>
          <a:prstGeom prst="ellipse">
            <a:avLst/>
          </a:prstGeom>
          <a:solidFill>
            <a:srgbClr val="C6D58F"/>
          </a:solidFill>
          <a:ln w="9525">
            <a:noFill/>
          </a:ln>
        </p:spPr>
        <p:txBody>
          <a:bodyPr/>
          <a:lstStyle/>
          <a:p>
            <a:pPr fontAlgn="base"/>
            <a:endParaRPr lang="zh-CN" altLang="en-US" sz="3185" strike="noStrike" noProof="1"/>
          </a:p>
        </p:txBody>
      </p:sp>
      <p:sp>
        <p:nvSpPr>
          <p:cNvPr id="2089" name="矩形 2088"/>
          <p:cNvSpPr/>
          <p:nvPr/>
        </p:nvSpPr>
        <p:spPr>
          <a:xfrm>
            <a:off x="-47625" y="2706688"/>
            <a:ext cx="30599063" cy="4397375"/>
          </a:xfrm>
          <a:prstGeom prst="rect">
            <a:avLst/>
          </a:prstGeom>
          <a:noFill/>
          <a:ln w="9525">
            <a:noFill/>
          </a:ln>
        </p:spPr>
        <p:txBody>
          <a:bodyPr lIns="109285" tIns="54642" rIns="109285" bIns="54642" anchor="ctr" anchorCtr="0"/>
          <a:lstStyle/>
          <a:p>
            <a:pPr algn="ctr" defTabSz="4704080" fontAlgn="base"/>
            <a:r>
              <a:rPr lang="en-US" altLang="zh-CN" sz="7010" b="1" strike="noStrike" noProof="1">
                <a:solidFill>
                  <a:srgbClr val="B54113"/>
                </a:solidFill>
                <a:latin typeface="Gill Sans MT" panose="020B0502020104020203" pitchFamily="34" charset="0"/>
                <a:ea typeface="+mn-ea"/>
                <a:cs typeface="+mn-cs"/>
              </a:rPr>
              <a:t>Inverted morphologies in A-B copolymer melts </a:t>
            </a:r>
            <a:endParaRPr lang="en-US" altLang="zh-CN" sz="7010" b="1" strike="noStrike" noProof="1">
              <a:solidFill>
                <a:srgbClr val="B54113"/>
              </a:solidFill>
              <a:latin typeface="Gill Sans MT" panose="020B0502020104020203" pitchFamily="34" charset="0"/>
            </a:endParaRPr>
          </a:p>
          <a:p>
            <a:pPr algn="ctr" defTabSz="4704080" fontAlgn="base"/>
            <a:r>
              <a:rPr lang="en-US" altLang="zh-CN" sz="7010" b="1" strike="noStrike" noProof="1">
                <a:solidFill>
                  <a:srgbClr val="B54113"/>
                </a:solidFill>
                <a:latin typeface="Gill Sans MT" panose="020B0502020104020203" pitchFamily="34" charset="0"/>
                <a:ea typeface="+mn-ea"/>
                <a:cs typeface="+mn-cs"/>
              </a:rPr>
              <a:t>with disparity in self cohesion energies </a:t>
            </a:r>
            <a:endParaRPr lang="en-US" altLang="zh-CN" sz="7010" b="1" strike="noStrike" noProof="1">
              <a:solidFill>
                <a:srgbClr val="B54113"/>
              </a:solidFill>
              <a:latin typeface="Gill Sans MT" panose="020B0502020104020203" pitchFamily="34" charset="0"/>
            </a:endParaRPr>
          </a:p>
          <a:p>
            <a:pPr algn="ctr" defTabSz="4704080" fontAlgn="base"/>
            <a:endParaRPr lang="en-US" altLang="zh-CN" sz="4305" b="1" strike="noStrike" noProof="1">
              <a:solidFill>
                <a:srgbClr val="B54113"/>
              </a:solidFill>
              <a:latin typeface="Gill Sans MT" panose="020B0502020104020203" pitchFamily="34" charset="0"/>
            </a:endParaRPr>
          </a:p>
          <a:p>
            <a:pPr algn="ctr" defTabSz="4704080" fontAlgn="base"/>
            <a:r>
              <a:rPr lang="en-US" altLang="zh-CN" sz="4305" b="1" strike="noStrike" noProof="1">
                <a:solidFill>
                  <a:srgbClr val="B54113"/>
                </a:solidFill>
                <a:latin typeface="Gill Sans MT" panose="020B0502020104020203" pitchFamily="34" charset="0"/>
                <a:ea typeface="+mn-ea"/>
                <a:cs typeface="+mn-cs"/>
              </a:rPr>
              <a:t>MINGGE ZHAO, XINYUE ZHANG, JUNHAN CHO*</a:t>
            </a:r>
            <a:endParaRPr lang="en-US" altLang="zh-CN" sz="4305" b="1" strike="noStrike" noProof="1">
              <a:solidFill>
                <a:srgbClr val="B54113"/>
              </a:solidFill>
              <a:latin typeface="Gill Sans MT" panose="020B0502020104020203" pitchFamily="34" charset="0"/>
            </a:endParaRPr>
          </a:p>
          <a:p>
            <a:pPr algn="ctr" defTabSz="4704080" fontAlgn="base"/>
            <a:r>
              <a:rPr lang="en-US" altLang="zh-CN" sz="4305" b="1" strike="noStrike" noProof="1">
                <a:solidFill>
                  <a:srgbClr val="B54113"/>
                </a:solidFill>
                <a:latin typeface="Gill Sans MT" panose="020B0502020104020203" pitchFamily="34" charset="0"/>
                <a:ea typeface="+mn-ea"/>
                <a:cs typeface="+mn-cs"/>
              </a:rPr>
              <a:t>* Department of Polymer Science and Engineering, Dankook University</a:t>
            </a:r>
            <a:endParaRPr lang="en-US" altLang="zh-CN" sz="4305" b="1" strike="noStrike" noProof="1">
              <a:solidFill>
                <a:srgbClr val="B54113"/>
              </a:solidFill>
              <a:latin typeface="Gill Sans MT" panose="020B0502020104020203" pitchFamily="34" charset="0"/>
            </a:endParaRPr>
          </a:p>
          <a:p>
            <a:pPr algn="ctr" defTabSz="4704080" fontAlgn="base"/>
            <a:endParaRPr lang="en-US" altLang="zh-CN" sz="4305" b="1" strike="noStrike" noProof="1">
              <a:solidFill>
                <a:srgbClr val="B54113"/>
              </a:solidFill>
              <a:latin typeface="Gill Sans MT" panose="020B0502020104020203" pitchFamily="34" charset="0"/>
            </a:endParaRPr>
          </a:p>
          <a:p>
            <a:pPr algn="ctr" defTabSz="4704080" fontAlgn="base"/>
            <a:r>
              <a:rPr lang="en-US" altLang="zh-CN" sz="4305" b="1" strike="noStrike" noProof="1">
                <a:solidFill>
                  <a:srgbClr val="B54113"/>
                </a:solidFill>
                <a:latin typeface="Gill Sans MT" panose="020B0502020104020203" pitchFamily="34" charset="0"/>
                <a:ea typeface="+mn-ea"/>
                <a:cs typeface="+mn-cs"/>
              </a:rPr>
              <a:t>*Correspondence: jhcho@dankook.ac.kr</a:t>
            </a:r>
            <a:endParaRPr lang="en-US" altLang="zh-CN" sz="4305" b="1" strike="noStrike" noProof="1">
              <a:solidFill>
                <a:srgbClr val="B54113"/>
              </a:solidFill>
              <a:latin typeface="Gill Sans MT" panose="020B0502020104020203" pitchFamily="34" charset="0"/>
            </a:endParaRPr>
          </a:p>
        </p:txBody>
      </p:sp>
      <p:grpSp>
        <p:nvGrpSpPr>
          <p:cNvPr id="3078" name="组合 4"/>
          <p:cNvGrpSpPr/>
          <p:nvPr/>
        </p:nvGrpSpPr>
        <p:grpSpPr>
          <a:xfrm>
            <a:off x="19833238" y="39277608"/>
            <a:ext cx="4707275" cy="819150"/>
            <a:chOff x="36915" y="58093"/>
            <a:chExt cx="7414" cy="1290"/>
          </a:xfrm>
        </p:grpSpPr>
        <p:sp>
          <p:nvSpPr>
            <p:cNvPr id="3079" name="矩形 2092"/>
            <p:cNvSpPr/>
            <p:nvPr/>
          </p:nvSpPr>
          <p:spPr>
            <a:xfrm>
              <a:off x="37641" y="58093"/>
              <a:ext cx="6688" cy="1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09285" tIns="54642" rIns="109285" bIns="54642" anchor="ctr" anchorCtr="0"/>
            <a:lstStyle/>
            <a:p>
              <a:pPr algn="l" defTabSz="4704080"/>
              <a:r>
                <a:rPr lang="en-US" altLang="zh-CN" sz="2800" b="1">
                  <a:solidFill>
                    <a:srgbClr val="B54113"/>
                  </a:solidFill>
                  <a:latin typeface="Gill Sans MT" panose="020B0502020104020203" pitchFamily="34" charset="0"/>
                </a:rPr>
                <a:t>Acknowledgment</a:t>
              </a:r>
              <a:endParaRPr lang="en-US" altLang="zh-CN" sz="2800" b="1">
                <a:solidFill>
                  <a:srgbClr val="B54113"/>
                </a:solidFill>
                <a:latin typeface="Gill Sans MT" panose="020B0502020104020203" pitchFamily="34" charset="0"/>
              </a:endParaRPr>
            </a:p>
          </p:txBody>
        </p:sp>
        <p:sp>
          <p:nvSpPr>
            <p:cNvPr id="3080" name="椭圆 2100"/>
            <p:cNvSpPr/>
            <p:nvPr/>
          </p:nvSpPr>
          <p:spPr>
            <a:xfrm>
              <a:off x="36915" y="58297"/>
              <a:ext cx="627" cy="966"/>
            </a:xfrm>
            <a:prstGeom prst="ellipse">
              <a:avLst/>
            </a:prstGeom>
            <a:solidFill>
              <a:srgbClr val="B54113"/>
            </a:solidFill>
            <a:ln w="9525">
              <a:noFill/>
            </a:ln>
          </p:spPr>
          <p:txBody>
            <a:bodyPr wrap="none" anchor="ctr" anchorCtr="0"/>
            <a:lstStyle/>
            <a:p>
              <a:pPr defTabSz="4704080">
                <a:lnSpc>
                  <a:spcPct val="170000"/>
                </a:lnSpc>
              </a:pPr>
              <a:r>
                <a:rPr lang="en-US" altLang="zh-CN" sz="2000" b="1">
                  <a:solidFill>
                    <a:srgbClr val="FFCC00"/>
                  </a:solidFill>
                  <a:latin typeface="Arial" panose="020B0604020202020204" pitchFamily="34" charset="0"/>
                </a:rPr>
                <a:t>*</a:t>
              </a:r>
              <a:endParaRPr lang="en-US" altLang="zh-CN" sz="2000" b="1">
                <a:solidFill>
                  <a:srgbClr val="FFCC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085" name="文本框 2084"/>
          <p:cNvSpPr txBox="1"/>
          <p:nvPr/>
        </p:nvSpPr>
        <p:spPr>
          <a:xfrm>
            <a:off x="4297363" y="9983788"/>
            <a:ext cx="21988463" cy="3362325"/>
          </a:xfrm>
          <a:prstGeom prst="rect">
            <a:avLst/>
          </a:prstGeom>
          <a:noFill/>
          <a:ln w="9525">
            <a:noFill/>
          </a:ln>
        </p:spPr>
        <p:txBody>
          <a:bodyPr wrap="square" lIns="109285" tIns="54642" rIns="109285" bIns="54642" anchor="ctr" anchorCtr="0">
            <a:noAutofit/>
          </a:bodyPr>
          <a:lstStyle/>
          <a:p>
            <a:pPr algn="ctr" defTabSz="4704080">
              <a:spcBef>
                <a:spcPct val="50000"/>
              </a:spcBef>
            </a:pPr>
            <a:r>
              <a:rPr lang="en-US" altLang="zh-CN" sz="2870" noProof="1">
                <a:latin typeface="+mj-lt"/>
                <a:ea typeface="+mn-ea"/>
                <a:cs typeface="+mj-lt"/>
              </a:rPr>
              <a:t>It has been found that A-B diblock copolymers with disparity in self cohesion energies between blocks can easily yield inverted mesophases, where the minor component serves as a matrix and the major component as a dispersed phase.                               These mesophases include the inverted HEX (hexagonally packed cylinders), BCC (body-centered cubic), and DG (double gyroids).                                                     In some situations, the morphology starting from the inverted BCC mesophase is transformed to a bicontinuous                      mesophase belonging to the same Im3m space group or even an Im3 mesophase of lower symmetry.                                                                                                                  The mechanism underneath these phenomena is to be discussed.</a:t>
            </a:r>
            <a:endParaRPr lang="en-US" altLang="zh-CN" sz="2870" noProof="1">
              <a:latin typeface="+mj-lt"/>
              <a:ea typeface="+mn-ea"/>
              <a:cs typeface="+mj-lt"/>
            </a:endParaRPr>
          </a:p>
          <a:p>
            <a:pPr algn="ctr" defTabSz="4704080">
              <a:spcBef>
                <a:spcPct val="50000"/>
              </a:spcBef>
            </a:pPr>
            <a:r>
              <a:rPr lang="en-US" altLang="ko-KR" sz="2870" b="1" i="1" noProof="1"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+mn-ea"/>
              </a:rPr>
              <a:t>Keyword:</a:t>
            </a:r>
            <a:r>
              <a:rPr lang="en-US" altLang="ko-KR" sz="2870" i="1" noProof="1"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+mn-ea"/>
              </a:rPr>
              <a:t> </a:t>
            </a:r>
            <a:r>
              <a:rPr lang="en-US" altLang="zh-CN" sz="2870" noProof="1">
                <a:latin typeface="+mj-lt"/>
                <a:ea typeface="+mn-ea"/>
                <a:cs typeface="+mj-lt"/>
              </a:rPr>
              <a:t>A-B diblock copolymers, Self cohesion energies, Morphology</a:t>
            </a:r>
            <a:endParaRPr lang="en-US" altLang="zh-CN" sz="2870" noProof="1">
              <a:latin typeface="+mj-lt"/>
              <a:ea typeface="+mn-ea"/>
              <a:cs typeface="+mj-lt"/>
            </a:endParaRPr>
          </a:p>
        </p:txBody>
      </p:sp>
      <p:grpSp>
        <p:nvGrpSpPr>
          <p:cNvPr id="3082" name="组合 2"/>
          <p:cNvGrpSpPr/>
          <p:nvPr/>
        </p:nvGrpSpPr>
        <p:grpSpPr>
          <a:xfrm>
            <a:off x="13371513" y="8947150"/>
            <a:ext cx="3856037" cy="909638"/>
            <a:chOff x="20827" y="14340"/>
            <a:chExt cx="6074" cy="1432"/>
          </a:xfrm>
        </p:grpSpPr>
        <p:sp>
          <p:nvSpPr>
            <p:cNvPr id="3083" name="矩形 2089"/>
            <p:cNvSpPr/>
            <p:nvPr/>
          </p:nvSpPr>
          <p:spPr>
            <a:xfrm>
              <a:off x="21286" y="14415"/>
              <a:ext cx="5615" cy="1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09285" tIns="54642" rIns="109285" bIns="54642" anchor="ctr" anchorCtr="0"/>
            <a:lstStyle/>
            <a:p>
              <a:pPr algn="ctr" defTabSz="4704080"/>
              <a:r>
                <a:rPr lang="en-US" altLang="zh-CN" sz="4800" b="1">
                  <a:solidFill>
                    <a:srgbClr val="B54113"/>
                  </a:solidFill>
                  <a:latin typeface="Gill Sans MT" panose="020B0502020104020203" pitchFamily="34" charset="0"/>
                </a:rPr>
                <a:t>Abstract</a:t>
              </a:r>
              <a:endParaRPr lang="en-US" altLang="zh-CN" sz="4800" b="1">
                <a:solidFill>
                  <a:srgbClr val="B54113"/>
                </a:solidFill>
                <a:latin typeface="Gill Sans MT" panose="020B0502020104020203" pitchFamily="34" charset="0"/>
              </a:endParaRPr>
            </a:p>
          </p:txBody>
        </p:sp>
        <p:sp>
          <p:nvSpPr>
            <p:cNvPr id="2097" name="椭圆 2096"/>
            <p:cNvSpPr/>
            <p:nvPr/>
          </p:nvSpPr>
          <p:spPr>
            <a:xfrm>
              <a:off x="20826" y="14340"/>
              <a:ext cx="765" cy="1432"/>
            </a:xfrm>
            <a:prstGeom prst="ellipse">
              <a:avLst/>
            </a:prstGeom>
            <a:solidFill>
              <a:srgbClr val="B54113"/>
            </a:solidFill>
            <a:ln w="9525">
              <a:noFill/>
            </a:ln>
          </p:spPr>
          <p:txBody>
            <a:bodyPr wrap="none" anchor="ctr" anchorCtr="0"/>
            <a:lstStyle/>
            <a:p>
              <a:pPr algn="ctr" defTabSz="4704080" fontAlgn="base"/>
              <a:r>
                <a:rPr lang="en-US" altLang="zh-CN" sz="2870" b="1" strike="noStrike" noProof="1">
                  <a:solidFill>
                    <a:srgbClr val="FFCC00"/>
                  </a:solidFill>
                  <a:latin typeface="Gill Sans MT" panose="020B0502020104020203" pitchFamily="34" charset="0"/>
                  <a:ea typeface="+mn-ea"/>
                  <a:cs typeface="+mn-cs"/>
                </a:rPr>
                <a:t>1</a:t>
              </a:r>
              <a:endParaRPr lang="en-US" altLang="zh-CN" sz="2870" b="1" strike="noStrike" noProof="1">
                <a:solidFill>
                  <a:srgbClr val="FFCC00"/>
                </a:solidFill>
                <a:latin typeface="Gill Sans MT" panose="020B0502020104020203" pitchFamily="34" charset="0"/>
              </a:endParaRPr>
            </a:p>
          </p:txBody>
        </p:sp>
      </p:grpSp>
      <p:sp>
        <p:nvSpPr>
          <p:cNvPr id="3085" name="矩形 2142"/>
          <p:cNvSpPr/>
          <p:nvPr/>
        </p:nvSpPr>
        <p:spPr>
          <a:xfrm>
            <a:off x="8331200" y="14979650"/>
            <a:ext cx="2981325" cy="819150"/>
          </a:xfrm>
          <a:prstGeom prst="rect">
            <a:avLst/>
          </a:prstGeom>
          <a:noFill/>
          <a:ln w="9525">
            <a:noFill/>
          </a:ln>
        </p:spPr>
        <p:txBody>
          <a:bodyPr wrap="none" lIns="109285" tIns="54642" rIns="109285" bIns="54642" anchor="ctr" anchorCtr="0"/>
          <a:lstStyle/>
          <a:p>
            <a:pPr algn="ctr" defTabSz="4704080"/>
            <a:r>
              <a:rPr lang="en-US" altLang="zh-CN" sz="4800" b="1">
                <a:solidFill>
                  <a:srgbClr val="B54113"/>
                </a:solidFill>
                <a:latin typeface="Gill Sans MT" panose="020B0502020104020203" pitchFamily="34" charset="0"/>
              </a:rPr>
              <a:t>Background</a:t>
            </a:r>
            <a:endParaRPr lang="en-US" altLang="zh-CN" sz="4800" b="1">
              <a:solidFill>
                <a:srgbClr val="B54113"/>
              </a:solidFill>
              <a:latin typeface="Gill Sans MT" panose="020B0502020104020203" pitchFamily="34" charset="0"/>
            </a:endParaRPr>
          </a:p>
        </p:txBody>
      </p:sp>
      <p:sp>
        <p:nvSpPr>
          <p:cNvPr id="2144" name="椭圆 2143"/>
          <p:cNvSpPr/>
          <p:nvPr/>
        </p:nvSpPr>
        <p:spPr>
          <a:xfrm>
            <a:off x="7191375" y="14976475"/>
            <a:ext cx="485775" cy="911225"/>
          </a:xfrm>
          <a:prstGeom prst="ellipse">
            <a:avLst/>
          </a:prstGeom>
          <a:solidFill>
            <a:srgbClr val="B54113"/>
          </a:solidFill>
          <a:ln w="9525">
            <a:noFill/>
          </a:ln>
        </p:spPr>
        <p:txBody>
          <a:bodyPr wrap="none" anchor="ctr" anchorCtr="0"/>
          <a:lstStyle/>
          <a:p>
            <a:pPr algn="ctr" defTabSz="4704080" fontAlgn="base"/>
            <a:r>
              <a:rPr lang="en-US" altLang="zh-CN" sz="2870" b="1" strike="noStrike" noProof="1">
                <a:solidFill>
                  <a:srgbClr val="FFCC00"/>
                </a:solidFill>
                <a:latin typeface="Gill Sans MT" panose="020B0502020104020203" pitchFamily="34" charset="0"/>
                <a:ea typeface="+mn-ea"/>
                <a:cs typeface="+mn-cs"/>
              </a:rPr>
              <a:t>2</a:t>
            </a:r>
            <a:endParaRPr lang="en-US" altLang="zh-CN" sz="2870" b="1" strike="noStrike" noProof="1">
              <a:solidFill>
                <a:srgbClr val="FFCC00"/>
              </a:solidFill>
              <a:latin typeface="Gill Sans MT" panose="020B0502020104020203" pitchFamily="34" charset="0"/>
            </a:endParaRPr>
          </a:p>
        </p:txBody>
      </p:sp>
      <p:sp>
        <p:nvSpPr>
          <p:cNvPr id="3087" name="矩形 2148"/>
          <p:cNvSpPr/>
          <p:nvPr/>
        </p:nvSpPr>
        <p:spPr>
          <a:xfrm>
            <a:off x="14133513" y="27508200"/>
            <a:ext cx="2859087" cy="849313"/>
          </a:xfrm>
          <a:prstGeom prst="rect">
            <a:avLst/>
          </a:prstGeom>
          <a:noFill/>
          <a:ln w="9525">
            <a:noFill/>
          </a:ln>
        </p:spPr>
        <p:txBody>
          <a:bodyPr wrap="none" lIns="109285" tIns="54642" rIns="109285" bIns="54642" anchor="ctr" anchorCtr="0"/>
          <a:lstStyle/>
          <a:p>
            <a:pPr algn="ctr" defTabSz="4704080"/>
            <a:r>
              <a:rPr lang="en-US" altLang="zh-CN" sz="4800" b="1">
                <a:solidFill>
                  <a:srgbClr val="B54113"/>
                </a:solidFill>
                <a:latin typeface="Gill Sans MT" panose="020B0502020104020203" pitchFamily="34" charset="0"/>
              </a:rPr>
              <a:t>Results</a:t>
            </a:r>
            <a:endParaRPr lang="en-US" altLang="zh-CN" sz="4800" b="1">
              <a:solidFill>
                <a:srgbClr val="B54113"/>
              </a:solidFill>
              <a:latin typeface="Gill Sans MT" panose="020B0502020104020203" pitchFamily="34" charset="0"/>
            </a:endParaRPr>
          </a:p>
        </p:txBody>
      </p:sp>
      <p:sp>
        <p:nvSpPr>
          <p:cNvPr id="2150" name="椭圆 2149"/>
          <p:cNvSpPr/>
          <p:nvPr/>
        </p:nvSpPr>
        <p:spPr>
          <a:xfrm>
            <a:off x="13631863" y="27508200"/>
            <a:ext cx="485775" cy="909638"/>
          </a:xfrm>
          <a:prstGeom prst="ellipse">
            <a:avLst/>
          </a:prstGeom>
          <a:solidFill>
            <a:srgbClr val="B54113"/>
          </a:solidFill>
          <a:ln w="9525">
            <a:noFill/>
          </a:ln>
        </p:spPr>
        <p:txBody>
          <a:bodyPr wrap="none" anchor="ctr" anchorCtr="0"/>
          <a:lstStyle/>
          <a:p>
            <a:pPr algn="ctr" defTabSz="4704080" fontAlgn="base"/>
            <a:r>
              <a:rPr lang="en-US" altLang="zh-CN" sz="2870" b="1" strike="noStrike" noProof="1">
                <a:solidFill>
                  <a:srgbClr val="FFCC00"/>
                </a:solidFill>
                <a:latin typeface="Gill Sans MT" panose="020B0502020104020203" pitchFamily="34" charset="0"/>
                <a:ea typeface="+mn-ea"/>
                <a:cs typeface="+mn-cs"/>
              </a:rPr>
              <a:t>4</a:t>
            </a:r>
            <a:endParaRPr lang="en-US" altLang="zh-CN" sz="2870" b="1" strike="noStrike" noProof="1">
              <a:solidFill>
                <a:srgbClr val="FFCC00"/>
              </a:solidFill>
              <a:latin typeface="Gill Sans MT" panose="020B0502020104020203" pitchFamily="34" charset="0"/>
            </a:endParaRPr>
          </a:p>
        </p:txBody>
      </p:sp>
      <p:sp>
        <p:nvSpPr>
          <p:cNvPr id="2" name="椭圆 1"/>
          <p:cNvSpPr/>
          <p:nvPr>
            <p:custDataLst>
              <p:tags r:id="rId1"/>
            </p:custDataLst>
          </p:nvPr>
        </p:nvSpPr>
        <p:spPr>
          <a:xfrm>
            <a:off x="14579600" y="14111288"/>
            <a:ext cx="13414375" cy="12209463"/>
          </a:xfrm>
          <a:prstGeom prst="ellipse">
            <a:avLst/>
          </a:prstGeom>
          <a:solidFill>
            <a:srgbClr val="C6D58F"/>
          </a:solidFill>
          <a:ln w="9525">
            <a:noFill/>
          </a:ln>
        </p:spPr>
        <p:txBody>
          <a:bodyPr/>
          <a:lstStyle/>
          <a:p>
            <a:pPr fontAlgn="base"/>
            <a:endParaRPr lang="zh-CN" altLang="en-US" sz="3185" strike="noStrike" noProof="1"/>
          </a:p>
        </p:txBody>
      </p:sp>
      <p:sp>
        <p:nvSpPr>
          <p:cNvPr id="3090" name="矩形 2153"/>
          <p:cNvSpPr/>
          <p:nvPr/>
        </p:nvSpPr>
        <p:spPr>
          <a:xfrm>
            <a:off x="20473988" y="14908213"/>
            <a:ext cx="2700337" cy="849312"/>
          </a:xfrm>
          <a:prstGeom prst="rect">
            <a:avLst/>
          </a:prstGeom>
          <a:noFill/>
          <a:ln w="9525">
            <a:noFill/>
          </a:ln>
        </p:spPr>
        <p:txBody>
          <a:bodyPr wrap="none" lIns="109285" tIns="54642" rIns="109285" bIns="54642" anchor="ctr" anchorCtr="0"/>
          <a:lstStyle/>
          <a:p>
            <a:pPr algn="ctr" defTabSz="4704080"/>
            <a:r>
              <a:rPr lang="en-US" altLang="zh-CN" sz="4800" b="1">
                <a:solidFill>
                  <a:srgbClr val="B54113"/>
                </a:solidFill>
                <a:latin typeface="Gill Sans MT" panose="020B0502020104020203" pitchFamily="34" charset="0"/>
              </a:rPr>
              <a:t>Theory</a:t>
            </a:r>
            <a:endParaRPr lang="en-US" altLang="zh-CN" sz="4800" b="1">
              <a:solidFill>
                <a:srgbClr val="B54113"/>
              </a:solidFill>
              <a:latin typeface="Gill Sans MT" panose="020B0502020104020203" pitchFamily="34" charset="0"/>
            </a:endParaRPr>
          </a:p>
        </p:txBody>
      </p:sp>
      <p:sp>
        <p:nvSpPr>
          <p:cNvPr id="2156" name="椭圆 2155"/>
          <p:cNvSpPr/>
          <p:nvPr/>
        </p:nvSpPr>
        <p:spPr>
          <a:xfrm>
            <a:off x="19897725" y="14895513"/>
            <a:ext cx="485775" cy="909638"/>
          </a:xfrm>
          <a:prstGeom prst="ellipse">
            <a:avLst/>
          </a:prstGeom>
          <a:solidFill>
            <a:srgbClr val="B54113"/>
          </a:solidFill>
          <a:ln w="9525">
            <a:noFill/>
          </a:ln>
        </p:spPr>
        <p:txBody>
          <a:bodyPr wrap="none" anchor="ctr" anchorCtr="0"/>
          <a:lstStyle/>
          <a:p>
            <a:pPr algn="ctr" defTabSz="4704080" fontAlgn="base"/>
            <a:r>
              <a:rPr lang="en-US" altLang="zh-CN" sz="2870" b="1" strike="noStrike" noProof="1">
                <a:solidFill>
                  <a:srgbClr val="FFCC00"/>
                </a:solidFill>
                <a:latin typeface="Gill Sans MT" panose="020B0502020104020203" pitchFamily="34" charset="0"/>
                <a:ea typeface="+mn-ea"/>
                <a:cs typeface="+mn-cs"/>
              </a:rPr>
              <a:t>3</a:t>
            </a:r>
            <a:endParaRPr lang="en-US" altLang="zh-CN" sz="2870" b="1" strike="noStrike" noProof="1">
              <a:solidFill>
                <a:srgbClr val="FFCC00"/>
              </a:solidFill>
              <a:latin typeface="Gill Sans MT" panose="020B0502020104020203" pitchFamily="34" charset="0"/>
            </a:endParaRPr>
          </a:p>
        </p:txBody>
      </p:sp>
      <p:grpSp>
        <p:nvGrpSpPr>
          <p:cNvPr id="3092" name="组合 2166"/>
          <p:cNvGrpSpPr/>
          <p:nvPr/>
        </p:nvGrpSpPr>
        <p:grpSpPr>
          <a:xfrm>
            <a:off x="19373992" y="36249817"/>
            <a:ext cx="3865563" cy="911225"/>
            <a:chOff x="9586" y="21179"/>
            <a:chExt cx="3056" cy="720"/>
          </a:xfrm>
        </p:grpSpPr>
        <p:sp>
          <p:nvSpPr>
            <p:cNvPr id="2165" name="椭圆 2164"/>
            <p:cNvSpPr/>
            <p:nvPr/>
          </p:nvSpPr>
          <p:spPr>
            <a:xfrm>
              <a:off x="9586" y="21179"/>
              <a:ext cx="384" cy="720"/>
            </a:xfrm>
            <a:prstGeom prst="ellipse">
              <a:avLst/>
            </a:prstGeom>
            <a:solidFill>
              <a:srgbClr val="B54113"/>
            </a:solidFill>
            <a:ln w="9525">
              <a:noFill/>
            </a:ln>
          </p:spPr>
          <p:txBody>
            <a:bodyPr wrap="none" anchor="ctr" anchorCtr="0"/>
            <a:lstStyle/>
            <a:p>
              <a:pPr algn="ctr" defTabSz="4704080" fontAlgn="base"/>
              <a:r>
                <a:rPr lang="en-US" altLang="zh-CN" sz="2870" b="1" strike="noStrike" noProof="1">
                  <a:solidFill>
                    <a:srgbClr val="FFCC00"/>
                  </a:solidFill>
                  <a:latin typeface="Gill Sans MT" panose="020B0502020104020203" pitchFamily="34" charset="0"/>
                  <a:ea typeface="+mn-ea"/>
                  <a:cs typeface="+mn-cs"/>
                </a:rPr>
                <a:t>5</a:t>
              </a:r>
              <a:endParaRPr lang="en-US" altLang="zh-CN" sz="2870" b="1" strike="noStrike" noProof="1">
                <a:solidFill>
                  <a:srgbClr val="FFCC00"/>
                </a:solidFill>
                <a:latin typeface="Gill Sans MT" panose="020B0502020104020203" pitchFamily="34" charset="0"/>
              </a:endParaRPr>
            </a:p>
          </p:txBody>
        </p:sp>
        <p:sp>
          <p:nvSpPr>
            <p:cNvPr id="3094" name="矩形 2165"/>
            <p:cNvSpPr/>
            <p:nvPr/>
          </p:nvSpPr>
          <p:spPr>
            <a:xfrm>
              <a:off x="10369" y="21217"/>
              <a:ext cx="2273" cy="6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09285" tIns="54642" rIns="109285" bIns="54642" anchor="ctr" anchorCtr="0"/>
            <a:lstStyle/>
            <a:p>
              <a:pPr algn="ctr" defTabSz="4704080"/>
              <a:r>
                <a:rPr lang="en-US" altLang="zh-CN" sz="4800" b="1">
                  <a:solidFill>
                    <a:srgbClr val="B54113"/>
                  </a:solidFill>
                  <a:latin typeface="Gill Sans MT" panose="020B0502020104020203" pitchFamily="34" charset="0"/>
                </a:rPr>
                <a:t>Conclusion</a:t>
              </a:r>
              <a:endParaRPr lang="en-US" altLang="zh-CN" sz="4800" b="1">
                <a:solidFill>
                  <a:srgbClr val="B54113"/>
                </a:solidFill>
                <a:latin typeface="Gill Sans MT" panose="020B0502020104020203" pitchFamily="34" charset="0"/>
              </a:endParaRPr>
            </a:p>
          </p:txBody>
        </p:sp>
      </p:grpSp>
      <p:sp>
        <p:nvSpPr>
          <p:cNvPr id="3097" name="TextBox 208"/>
          <p:cNvSpPr txBox="1"/>
          <p:nvPr>
            <p:custDataLst>
              <p:tags r:id="rId2"/>
            </p:custDataLst>
          </p:nvPr>
        </p:nvSpPr>
        <p:spPr>
          <a:xfrm>
            <a:off x="18170525" y="16162338"/>
            <a:ext cx="717073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>
              <a:buFont typeface="Wingdings" panose="05000000000000000000" charset="0"/>
              <a:buChar char="u"/>
            </a:pPr>
            <a:r>
              <a:rPr lang="en-US" altLang="ko-KR" sz="2800" b="1" dirty="0">
                <a:latin typeface="Arial" panose="020B0604020202020204" pitchFamily="34" charset="0"/>
              </a:rPr>
              <a:t>Self-Consistent Field Theory (SCFT)</a:t>
            </a:r>
            <a:endParaRPr lang="en-US" altLang="ko-KR" sz="2800" b="1" dirty="0">
              <a:latin typeface="Arial" panose="020B0604020202020204" pitchFamily="34" charset="0"/>
            </a:endParaRPr>
          </a:p>
        </p:txBody>
      </p:sp>
      <p:pic>
        <p:nvPicPr>
          <p:cNvPr id="3098" name="그림 22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778413" y="16938625"/>
            <a:ext cx="3703637" cy="3241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99" name="그림 22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482050" y="16938625"/>
            <a:ext cx="3857625" cy="3248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00" name="TextBox 208"/>
          <p:cNvSpPr txBox="1"/>
          <p:nvPr>
            <p:custDataLst>
              <p:tags r:id="rId7"/>
            </p:custDataLst>
          </p:nvPr>
        </p:nvSpPr>
        <p:spPr>
          <a:xfrm>
            <a:off x="19091275" y="20532725"/>
            <a:ext cx="66484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>
              <a:buFont typeface="Wingdings" panose="05000000000000000000" charset="0"/>
              <a:buChar char="u"/>
            </a:pPr>
            <a:r>
              <a:rPr lang="en-US" altLang="ko-KR" sz="2800" b="1" dirty="0">
                <a:latin typeface="Arial" panose="020B0604020202020204" pitchFamily="34" charset="0"/>
              </a:rPr>
              <a:t>Types of ordering behavior</a:t>
            </a:r>
            <a:endParaRPr lang="en-US" altLang="ko-KR" sz="2800" b="1" dirty="0">
              <a:latin typeface="Arial" panose="020B0604020202020204" pitchFamily="34" charset="0"/>
            </a:endParaRPr>
          </a:p>
        </p:txBody>
      </p:sp>
      <p:sp>
        <p:nvSpPr>
          <p:cNvPr id="182" name="TextBox 181"/>
          <p:cNvSpPr txBox="1"/>
          <p:nvPr>
            <p:custDataLst>
              <p:tags r:id="rId8"/>
            </p:custDataLst>
          </p:nvPr>
        </p:nvSpPr>
        <p:spPr>
          <a:xfrm>
            <a:off x="19711988" y="21907500"/>
            <a:ext cx="6383338" cy="2614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ko-KR" sz="2000" b="1" noProof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LDOT</a:t>
            </a:r>
            <a:r>
              <a:rPr lang="en-US" altLang="ko-KR" sz="2000" b="1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lower disorder to order transition temperature</a:t>
            </a:r>
            <a:endParaRPr lang="en-US" altLang="ko-KR" sz="20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en-US" altLang="ko-KR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lang="en-US" altLang="ko-KR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 panose="020B0600000101010101" charset="-127"/>
                <a:ea typeface="Gulim" panose="020B0600000101010101" charset="-127"/>
                <a:cs typeface="Times New Roman" panose="02020603050405020304" pitchFamily="18" charset="0"/>
              </a:rPr>
              <a:t>▪ </a:t>
            </a:r>
            <a:r>
              <a:rPr lang="en-US" altLang="ko-KR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Upon heating </a:t>
            </a:r>
            <a:r>
              <a:rPr lang="en-US" altLang="ko-KR" sz="2000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ko-KR" sz="2000" b="1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disorder</a:t>
            </a:r>
            <a:r>
              <a:rPr lang="en-US" altLang="ko-KR" sz="2000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r>
              <a:rPr lang="en-US" altLang="ko-KR" sz="2000" b="1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order</a:t>
            </a:r>
            <a:endParaRPr lang="en-US" altLang="ko-KR" sz="20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endParaRPr lang="en-US" altLang="ko-KR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endParaRPr lang="en-US" altLang="ko-KR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endParaRPr lang="en-US" altLang="ko-KR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en-US" altLang="ko-KR" sz="2000" b="1" noProof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ODT</a:t>
            </a:r>
            <a:r>
              <a:rPr lang="en-US" altLang="ko-KR" sz="2000" b="1" noProof="1">
                <a:solidFill>
                  <a:srgbClr val="3399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ko-KR" sz="2000" b="1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upper order to disorder transition temperature</a:t>
            </a:r>
            <a:endParaRPr lang="en-US" altLang="ko-KR" sz="20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en-US" altLang="ko-KR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lang="en-US" altLang="ko-KR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 panose="020B0600000101010101" charset="-127"/>
                <a:ea typeface="Gulim" panose="020B0600000101010101" charset="-127"/>
                <a:cs typeface="Times New Roman" panose="02020603050405020304" pitchFamily="18" charset="0"/>
              </a:rPr>
              <a:t>▪ </a:t>
            </a:r>
            <a:r>
              <a:rPr lang="en-US" altLang="ko-KR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Upon cooling   </a:t>
            </a:r>
            <a:r>
              <a:rPr lang="en-US" altLang="ko-KR" sz="2000" b="1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disorder          order</a:t>
            </a:r>
            <a:endParaRPr lang="en-US" altLang="ko-KR" sz="20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오른쪽 화살표 277"/>
          <p:cNvSpPr/>
          <p:nvPr>
            <p:custDataLst>
              <p:tags r:id="rId9"/>
            </p:custDataLst>
          </p:nvPr>
        </p:nvSpPr>
        <p:spPr>
          <a:xfrm>
            <a:off x="23129875" y="22437725"/>
            <a:ext cx="425450" cy="9048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defRPr/>
            </a:pPr>
            <a:endParaRPr lang="ko-KR" altLang="en-US" strike="noStrike" noProof="1"/>
          </a:p>
        </p:txBody>
      </p:sp>
      <p:graphicFrame>
        <p:nvGraphicFramePr>
          <p:cNvPr id="3103" name="Object 4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17699038" y="23220363"/>
          <a:ext cx="1944687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0" name="" r:id="rId11" imgW="1704975" imgH="1704975" progId="PBrush">
                  <p:embed/>
                </p:oleObj>
              </mc:Choice>
              <mc:Fallback>
                <p:oleObj name="" r:id="rId11" imgW="1704975" imgH="1704975" progId="PBrush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699038" y="23220363"/>
                        <a:ext cx="1944687" cy="165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04" name="Picture 1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l="20940" r="-20851"/>
          <a:stretch>
            <a:fillRect/>
          </a:stretch>
        </p:blipFill>
        <p:spPr>
          <a:xfrm>
            <a:off x="17699038" y="21283613"/>
            <a:ext cx="2465387" cy="1657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오른쪽 화살표 277"/>
          <p:cNvSpPr/>
          <p:nvPr>
            <p:custDataLst>
              <p:tags r:id="rId15"/>
            </p:custDataLst>
          </p:nvPr>
        </p:nvSpPr>
        <p:spPr>
          <a:xfrm>
            <a:off x="23136225" y="24277638"/>
            <a:ext cx="425450" cy="9048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defRPr/>
            </a:pPr>
            <a:endParaRPr lang="ko-KR" altLang="en-US" strike="noStrike" noProof="1"/>
          </a:p>
        </p:txBody>
      </p:sp>
      <p:sp>
        <p:nvSpPr>
          <p:cNvPr id="3106" name="文本框 29"/>
          <p:cNvSpPr txBox="1"/>
          <p:nvPr>
            <p:custDataLst>
              <p:tags r:id="rId16"/>
            </p:custDataLst>
          </p:nvPr>
        </p:nvSpPr>
        <p:spPr>
          <a:xfrm>
            <a:off x="20420013" y="24988838"/>
            <a:ext cx="3787775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</a:rPr>
              <a:t>Artwork by </a:t>
            </a:r>
            <a:r>
              <a:rPr lang="en-US" altLang="zh-CN" sz="1600" dirty="0" err="1">
                <a:latin typeface="Arial" panose="020B0604020202020204" pitchFamily="34" charset="0"/>
              </a:rPr>
              <a:t>Ruzette</a:t>
            </a:r>
            <a:r>
              <a:rPr lang="en-US" altLang="zh-CN" sz="1600" dirty="0">
                <a:latin typeface="Arial" panose="020B0604020202020204" pitchFamily="34" charset="0"/>
              </a:rPr>
              <a:t> and Mayes,</a:t>
            </a:r>
            <a:endParaRPr lang="en-US" altLang="zh-CN" sz="1600" dirty="0">
              <a:latin typeface="Arial" panose="020B0604020202020204" pitchFamily="34" charset="0"/>
            </a:endParaRPr>
          </a:p>
          <a:p>
            <a:r>
              <a:rPr lang="en-US" altLang="zh-CN" sz="1600" dirty="0">
                <a:latin typeface="Arial" panose="020B0604020202020204" pitchFamily="34" charset="0"/>
              </a:rPr>
              <a:t>Nature Materials 2003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86" name="TextBox 208"/>
          <p:cNvSpPr txBox="1"/>
          <p:nvPr>
            <p:custDataLst>
              <p:tags r:id="rId17"/>
            </p:custDataLst>
          </p:nvPr>
        </p:nvSpPr>
        <p:spPr>
          <a:xfrm>
            <a:off x="6285857" y="16225977"/>
            <a:ext cx="664969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u"/>
            </a:pPr>
            <a:r>
              <a:rPr lang="en-US" altLang="ko-KR" sz="2800" b="1" dirty="0">
                <a:cs typeface="Times New Roman" panose="02020603050405020304" pitchFamily="18" charset="0"/>
              </a:rPr>
              <a:t> </a:t>
            </a:r>
            <a:r>
              <a:rPr lang="en-US" altLang="ko-KR" sz="2800" b="1" dirty="0">
                <a:latin typeface="Arial" panose="020B0604020202020204" pitchFamily="34" charset="0"/>
                <a:cs typeface="Arial" panose="020B0604020202020204" pitchFamily="34" charset="0"/>
              </a:rPr>
              <a:t>Manufacturing semiconductors</a:t>
            </a:r>
            <a:endParaRPr lang="en-US" altLang="ko-K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956175" y="17024985"/>
            <a:ext cx="4246880" cy="28168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9217660" y="17024985"/>
            <a:ext cx="4138930" cy="2794635"/>
          </a:xfrm>
          <a:prstGeom prst="rect">
            <a:avLst/>
          </a:prstGeom>
        </p:spPr>
      </p:pic>
      <p:sp>
        <p:nvSpPr>
          <p:cNvPr id="5" name="TextBox 208"/>
          <p:cNvSpPr txBox="1"/>
          <p:nvPr>
            <p:custDataLst>
              <p:tags r:id="rId22"/>
            </p:custDataLst>
          </p:nvPr>
        </p:nvSpPr>
        <p:spPr>
          <a:xfrm>
            <a:off x="3991610" y="20061555"/>
            <a:ext cx="11000740" cy="1045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u"/>
            </a:pPr>
            <a:r>
              <a:rPr lang="en-US" altLang="ko-KR" sz="2800" b="1" dirty="0">
                <a:cs typeface="Times New Roman" panose="02020603050405020304" pitchFamily="18" charset="0"/>
              </a:rPr>
              <a:t> S</a:t>
            </a:r>
            <a:r>
              <a:rPr lang="en-US" altLang="ko-KR" sz="2800" b="1" dirty="0">
                <a:latin typeface="Arial" panose="020B0604020202020204" pitchFamily="34" charset="0"/>
                <a:cs typeface="Arial" panose="020B0604020202020204" pitchFamily="34" charset="0"/>
              </a:rPr>
              <a:t>elf-cohesion energy differences between </a:t>
            </a:r>
            <a:endParaRPr lang="en-US" altLang="ko-K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charset="0"/>
            </a:pPr>
            <a:r>
              <a:rPr lang="en-US" altLang="ko-KR" sz="28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blocks in A-B diblock copolymers</a:t>
            </a:r>
            <a:endParaRPr lang="en-US" altLang="ko-K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36060" y="21160740"/>
            <a:ext cx="10673715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ctr">
              <a:buFont typeface="Wingdings" panose="05000000000000000000" charset="0"/>
              <a:buChar char="ü"/>
            </a:pPr>
            <a:r>
              <a:rPr lang="zh-CN" altLang="en-US" sz="2400">
                <a:latin typeface="Malgun Gothic" panose="020B0503020000020004" charset="-127"/>
                <a:ea typeface="Malgun Gothic" panose="020B0503020000020004" charset="-127"/>
              </a:rPr>
              <a:t>The "self-cohesion energy difference between blocks" in an A-B diblock copolymer refers to the variation in the cohesive forces or energies between the different blocks (A and B) within the copolymer. </a:t>
            </a:r>
            <a:endParaRPr lang="zh-CN" altLang="en-US" sz="2400">
              <a:latin typeface="Malgun Gothic" panose="020B0503020000020004" charset="-127"/>
              <a:ea typeface="Malgun Gothic" panose="020B0503020000020004" charset="-127"/>
            </a:endParaRPr>
          </a:p>
          <a:p>
            <a:pPr algn="ctr"/>
            <a:endParaRPr lang="zh-CN" altLang="en-US" sz="2400">
              <a:latin typeface="Malgun Gothic" panose="020B0503020000020004" charset="-127"/>
              <a:ea typeface="Malgun Gothic" panose="020B0503020000020004" charset="-127"/>
            </a:endParaRPr>
          </a:p>
          <a:p>
            <a:pPr marL="342900" indent="-342900" algn="ctr">
              <a:buFont typeface="Wingdings" panose="05000000000000000000" charset="0"/>
              <a:buChar char="ü"/>
            </a:pPr>
            <a:r>
              <a:rPr lang="zh-CN" altLang="en-US" sz="2400">
                <a:latin typeface="Malgun Gothic" panose="020B0503020000020004" charset="-127"/>
                <a:ea typeface="Malgun Gothic" panose="020B0503020000020004" charset="-127"/>
              </a:rPr>
              <a:t>This difference arises due to distinct chemical properties, hydrophobic </a:t>
            </a:r>
            <a:endParaRPr lang="zh-CN" altLang="en-US" sz="2400">
              <a:latin typeface="Malgun Gothic" panose="020B0503020000020004" charset="-127"/>
              <a:ea typeface="Malgun Gothic" panose="020B0503020000020004" charset="-127"/>
            </a:endParaRPr>
          </a:p>
          <a:p>
            <a:pPr algn="ctr"/>
            <a:r>
              <a:rPr lang="zh-CN" altLang="en-US" sz="2400">
                <a:latin typeface="Malgun Gothic" panose="020B0503020000020004" charset="-127"/>
                <a:ea typeface="Malgun Gothic" panose="020B0503020000020004" charset="-127"/>
              </a:rPr>
              <a:t>or hydrophilic nature, molecular structures, or other </a:t>
            </a:r>
            <a:endParaRPr lang="zh-CN" altLang="en-US" sz="2400">
              <a:latin typeface="Malgun Gothic" panose="020B0503020000020004" charset="-127"/>
              <a:ea typeface="Malgun Gothic" panose="020B0503020000020004" charset="-127"/>
            </a:endParaRPr>
          </a:p>
          <a:p>
            <a:pPr algn="ctr"/>
            <a:r>
              <a:rPr lang="zh-CN" altLang="en-US" sz="2400">
                <a:latin typeface="Malgun Gothic" panose="020B0503020000020004" charset="-127"/>
                <a:ea typeface="Malgun Gothic" panose="020B0503020000020004" charset="-127"/>
              </a:rPr>
              <a:t>characteristics of the A and B blocks.</a:t>
            </a:r>
            <a:endParaRPr lang="zh-CN" altLang="en-US" sz="2400">
              <a:latin typeface="Malgun Gothic" panose="020B0503020000020004" charset="-127"/>
              <a:ea typeface="Malgun Gothic" panose="020B0503020000020004" charset="-127"/>
            </a:endParaRPr>
          </a:p>
          <a:p>
            <a:pPr algn="ctr"/>
            <a:endParaRPr lang="zh-CN" altLang="en-US" sz="2400">
              <a:latin typeface="Malgun Gothic" panose="020B0503020000020004" charset="-127"/>
              <a:ea typeface="Malgun Gothic" panose="020B0503020000020004" charset="-127"/>
            </a:endParaRPr>
          </a:p>
          <a:p>
            <a:pPr marL="342900" indent="-342900" algn="ctr">
              <a:buFont typeface="Wingdings" panose="05000000000000000000" charset="0"/>
              <a:buChar char="ü"/>
            </a:pPr>
            <a:r>
              <a:rPr lang="zh-CN" altLang="en-US" sz="2400">
                <a:latin typeface="Malgun Gothic" panose="020B0503020000020004" charset="-127"/>
                <a:ea typeface="Malgun Gothic" panose="020B0503020000020004" charset="-127"/>
              </a:rPr>
              <a:t>In general terms, the self-cohesion energy difference between </a:t>
            </a:r>
            <a:endParaRPr lang="zh-CN" altLang="en-US" sz="2400">
              <a:latin typeface="Malgun Gothic" panose="020B0503020000020004" charset="-127"/>
              <a:ea typeface="Malgun Gothic" panose="020B0503020000020004" charset="-127"/>
            </a:endParaRPr>
          </a:p>
          <a:p>
            <a:pPr algn="ctr">
              <a:buFont typeface="Wingdings" panose="05000000000000000000" charset="0"/>
            </a:pPr>
            <a:r>
              <a:rPr lang="zh-CN" altLang="en-US" sz="2400">
                <a:latin typeface="Malgun Gothic" panose="020B0503020000020004" charset="-127"/>
                <a:ea typeface="Malgun Gothic" panose="020B0503020000020004" charset="-127"/>
              </a:rPr>
              <a:t>A and B blocks can influence the microstructure and </a:t>
            </a:r>
            <a:endParaRPr lang="zh-CN" altLang="en-US" sz="2400">
              <a:latin typeface="Malgun Gothic" panose="020B0503020000020004" charset="-127"/>
              <a:ea typeface="Malgun Gothic" panose="020B0503020000020004" charset="-127"/>
            </a:endParaRPr>
          </a:p>
          <a:p>
            <a:pPr algn="ctr">
              <a:buFont typeface="Wingdings" panose="05000000000000000000" charset="0"/>
            </a:pPr>
            <a:r>
              <a:rPr lang="zh-CN" altLang="en-US" sz="2400">
                <a:latin typeface="Malgun Gothic" panose="020B0503020000020004" charset="-127"/>
                <a:ea typeface="Malgun Gothic" panose="020B0503020000020004" charset="-127"/>
              </a:rPr>
              <a:t>properties of the A-B diblock copolymer. </a:t>
            </a:r>
            <a:endParaRPr lang="zh-CN" altLang="en-US" sz="2400">
              <a:latin typeface="Malgun Gothic" panose="020B0503020000020004" charset="-127"/>
              <a:ea typeface="Malgun Gothic" panose="020B0503020000020004" charset="-127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366615" y="40104060"/>
            <a:ext cx="1046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National Research Foundation of Korea (Basic Science Research Program) </a:t>
            </a:r>
            <a:endParaRPr lang="zh-CN" altLang="en-US" sz="2000"/>
          </a:p>
        </p:txBody>
      </p:sp>
      <p:sp>
        <p:nvSpPr>
          <p:cNvPr id="124" name="TextBox 208"/>
          <p:cNvSpPr txBox="1"/>
          <p:nvPr>
            <p:custDataLst>
              <p:tags r:id="rId23"/>
            </p:custDataLst>
          </p:nvPr>
        </p:nvSpPr>
        <p:spPr>
          <a:xfrm>
            <a:off x="16861790" y="32492296"/>
            <a:ext cx="8203248" cy="485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u"/>
            </a:pPr>
            <a:r>
              <a:rPr lang="en-US" altLang="ko-KR" sz="2400" b="1" dirty="0">
                <a:cs typeface="Times New Roman" panose="02020603050405020304" pitchFamily="18" charset="0"/>
              </a:rPr>
              <a:t> Observation of inverted </a:t>
            </a:r>
            <a:r>
              <a:rPr lang="en-US" altLang="ko-KR" sz="2400" b="1" dirty="0" err="1">
                <a:cs typeface="Times New Roman" panose="02020603050405020304" pitchFamily="18" charset="0"/>
              </a:rPr>
              <a:t>bicontinuous</a:t>
            </a:r>
            <a:r>
              <a:rPr lang="en-US" altLang="ko-KR" sz="2400" b="1" dirty="0">
                <a:cs typeface="Times New Roman" panose="02020603050405020304" pitchFamily="18" charset="0"/>
              </a:rPr>
              <a:t> Schoen I-WP</a:t>
            </a:r>
            <a:endParaRPr lang="en-US" altLang="ko-KR" sz="2400" b="1" dirty="0"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451955" y="33141920"/>
            <a:ext cx="2908300" cy="353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buFont typeface="Wingdings" panose="05000000000000000000" charset="0"/>
            </a:pPr>
            <a:r>
              <a:rPr lang="en-US" altLang="ko-KR" sz="1600" b="1" dirty="0">
                <a:solidFill>
                  <a:sysClr val="windowText" lastClr="000000"/>
                </a:solidFill>
                <a:latin typeface="Malgun Gothic" panose="020B0503020000020004" charset="-127"/>
                <a:ea typeface="Malgun Gothic" panose="020B0503020000020004" charset="-127"/>
                <a:cs typeface="Times New Roman" panose="02020603050405020304" pitchFamily="18" charset="0"/>
                <a:sym typeface="+mn-ea"/>
              </a:rPr>
              <a:t>Scattering peak analysis for </a:t>
            </a:r>
            <a:endParaRPr lang="en-US" altLang="ko-KR" sz="1600" b="1" dirty="0">
              <a:solidFill>
                <a:sysClr val="windowText" lastClr="000000"/>
              </a:solidFill>
              <a:latin typeface="Malgun Gothic" panose="020B0503020000020004" charset="-127"/>
              <a:ea typeface="Malgun Gothic" panose="020B0503020000020004" charset="-127"/>
              <a:cs typeface="Times New Roman" panose="02020603050405020304" pitchFamily="18" charset="0"/>
              <a:sym typeface="+mn-ea"/>
            </a:endParaRPr>
          </a:p>
          <a:p>
            <a:pPr algn="ctr">
              <a:buFont typeface="Wingdings" panose="05000000000000000000" charset="0"/>
            </a:pPr>
            <a:r>
              <a:rPr lang="en-US" altLang="ko-KR" sz="1600" b="1" dirty="0">
                <a:solidFill>
                  <a:sysClr val="windowText" lastClr="000000"/>
                </a:solidFill>
                <a:latin typeface="Malgun Gothic" panose="020B0503020000020004" charset="-127"/>
                <a:ea typeface="Malgun Gothic" panose="020B0503020000020004" charset="-127"/>
                <a:cs typeface="Times New Roman" panose="02020603050405020304" pitchFamily="18" charset="0"/>
                <a:sym typeface="+mn-ea"/>
              </a:rPr>
              <a:t>Im3m</a:t>
            </a:r>
            <a:r>
              <a:rPr lang="en-US" altLang="ko-KR" sz="1600" b="1" dirty="0">
                <a:solidFill>
                  <a:sysClr val="windowText" lastClr="000000"/>
                </a:solidFill>
                <a:latin typeface="Malgun Gothic" panose="020B0503020000020004" charset="-127"/>
                <a:ea typeface="+mn-ea"/>
                <a:cs typeface="Times New Roman" panose="02020603050405020304" pitchFamily="18" charset="0"/>
                <a:sym typeface="+mn-ea"/>
              </a:rPr>
              <a:t> on a square</a:t>
            </a:r>
            <a:endParaRPr lang="en-US" altLang="ko-KR" sz="1600" b="1" dirty="0">
              <a:solidFill>
                <a:sysClr val="windowText" lastClr="000000"/>
              </a:solidFill>
              <a:latin typeface="Malgun Gothic" panose="020B0503020000020004" charset="-127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9" name="그림 28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0520" y="33784540"/>
            <a:ext cx="2997200" cy="1738630"/>
          </a:xfrm>
          <a:prstGeom prst="rect">
            <a:avLst/>
          </a:prstGeom>
        </p:spPr>
      </p:pic>
      <p:sp>
        <p:nvSpPr>
          <p:cNvPr id="83" name="文本框 82"/>
          <p:cNvSpPr txBox="1"/>
          <p:nvPr>
            <p:custDataLst>
              <p:tags r:id="rId26"/>
            </p:custDataLst>
          </p:nvPr>
        </p:nvSpPr>
        <p:spPr>
          <a:xfrm>
            <a:off x="10196195" y="37468175"/>
            <a:ext cx="1393190" cy="904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b="1" spc="20" dirty="0">
                <a:latin typeface="Malgun Gothic" panose="020B0503020000020004" charset="-127"/>
                <a:cs typeface="Malgun Gothic" panose="020B0503020000020004" charset="-127"/>
                <a:sym typeface="+mn-ea"/>
              </a:rPr>
              <a:t>A-dispersed Ia3d mesophase</a:t>
            </a:r>
            <a:endParaRPr lang="en-US" sz="1600" b="1" spc="20" dirty="0">
              <a:latin typeface="Malgun Gothic" panose="020B0503020000020004" charset="-127"/>
              <a:cs typeface="Malgun Gothic" panose="020B0503020000020004" charset="-127"/>
              <a:sym typeface="+mn-ea"/>
            </a:endParaRPr>
          </a:p>
          <a:p>
            <a:pPr algn="ctr"/>
            <a:r>
              <a:rPr lang="en-US" sz="1600" b="1" spc="20" dirty="0">
                <a:latin typeface="Malgun Gothic" panose="020B0503020000020004" charset="-127"/>
                <a:cs typeface="Malgun Gothic" panose="020B0503020000020004" charset="-127"/>
                <a:sym typeface="+mn-ea"/>
              </a:rPr>
              <a:t>Φ</a:t>
            </a:r>
            <a:r>
              <a:rPr lang="en-US" sz="1200" b="1" spc="20" dirty="0">
                <a:latin typeface="Malgun Gothic" panose="020B0503020000020004" charset="-127"/>
                <a:cs typeface="Malgun Gothic" panose="020B0503020000020004" charset="-127"/>
                <a:sym typeface="+mn-ea"/>
              </a:rPr>
              <a:t>A</a:t>
            </a:r>
            <a:r>
              <a:rPr lang="en-US" sz="1600" b="1" spc="20" dirty="0">
                <a:latin typeface="Malgun Gothic" panose="020B0503020000020004" charset="-127"/>
                <a:cs typeface="Malgun Gothic" panose="020B0503020000020004" charset="-127"/>
                <a:sym typeface="+mn-ea"/>
              </a:rPr>
              <a:t>=0.2</a:t>
            </a:r>
            <a:endParaRPr lang="en-US" sz="1600" b="1" spc="20" dirty="0">
              <a:latin typeface="Malgun Gothic" panose="020B0503020000020004" charset="-127"/>
              <a:cs typeface="Malgun Gothic" panose="020B0503020000020004" charset="-127"/>
              <a:sym typeface="+mn-ea"/>
            </a:endParaRPr>
          </a:p>
        </p:txBody>
      </p:sp>
      <p:sp>
        <p:nvSpPr>
          <p:cNvPr id="13" name="TextBox 208"/>
          <p:cNvSpPr txBox="1"/>
          <p:nvPr>
            <p:custDataLst>
              <p:tags r:id="rId27"/>
            </p:custDataLst>
          </p:nvPr>
        </p:nvSpPr>
        <p:spPr>
          <a:xfrm>
            <a:off x="3504809" y="28603253"/>
            <a:ext cx="867633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u"/>
            </a:pPr>
            <a:r>
              <a:rPr lang="en-US" altLang="ko-KR" sz="2400" b="1" dirty="0">
                <a:cs typeface="Times New Roman" panose="02020603050405020304" pitchFamily="18" charset="0"/>
              </a:rPr>
              <a:t> A-b-B copolymer phase boundaries </a:t>
            </a:r>
            <a:endParaRPr lang="en-US" altLang="ko-KR" sz="2400" b="1" dirty="0">
              <a:cs typeface="Times New Roman" panose="02020603050405020304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1746865" y="38390195"/>
            <a:ext cx="3113405" cy="1916430"/>
          </a:xfrm>
          <a:prstGeom prst="rect">
            <a:avLst/>
          </a:prstGeom>
        </p:spPr>
      </p:pic>
      <p:sp>
        <p:nvSpPr>
          <p:cNvPr id="28" name="圆角矩形 27"/>
          <p:cNvSpPr/>
          <p:nvPr/>
        </p:nvSpPr>
        <p:spPr>
          <a:xfrm>
            <a:off x="11847830" y="35858450"/>
            <a:ext cx="1130935" cy="720090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rgbClr val="FF0000"/>
                </a:solidFill>
                <a:sym typeface="+mn-ea"/>
              </a:rPr>
              <a:t>Red  A</a:t>
            </a:r>
            <a:endParaRPr lang="en-US" altLang="zh-CN" sz="2000">
              <a:solidFill>
                <a:srgbClr val="FF0000"/>
              </a:solidFill>
            </a:endParaRPr>
          </a:p>
          <a:p>
            <a:pPr algn="ctr"/>
            <a:r>
              <a:rPr lang="en-US" altLang="zh-CN" sz="2000">
                <a:solidFill>
                  <a:schemeClr val="accent2"/>
                </a:solidFill>
                <a:sym typeface="+mn-ea"/>
              </a:rPr>
              <a:t>Blue B</a:t>
            </a:r>
            <a:endParaRPr lang="en-US" altLang="zh-CN" sz="200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33" name="圆角矩形 32"/>
          <p:cNvSpPr/>
          <p:nvPr>
            <p:custDataLst>
              <p:tags r:id="rId30"/>
            </p:custDataLst>
          </p:nvPr>
        </p:nvSpPr>
        <p:spPr>
          <a:xfrm>
            <a:off x="8932122" y="29238412"/>
            <a:ext cx="4270375" cy="565785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rgbClr val="C00000"/>
                </a:solidFill>
              </a:rPr>
              <a:t>PS-b-PVME with N=20000</a:t>
            </a:r>
            <a:endParaRPr lang="en-US" altLang="zh-CN" sz="2400">
              <a:solidFill>
                <a:srgbClr val="C00000"/>
              </a:solidFill>
            </a:endParaRPr>
          </a:p>
        </p:txBody>
      </p:sp>
      <p:sp>
        <p:nvSpPr>
          <p:cNvPr id="34" name="TextBox 208"/>
          <p:cNvSpPr txBox="1"/>
          <p:nvPr>
            <p:custDataLst>
              <p:tags r:id="rId31"/>
            </p:custDataLst>
          </p:nvPr>
        </p:nvSpPr>
        <p:spPr>
          <a:xfrm>
            <a:off x="15598775" y="37313870"/>
            <a:ext cx="12077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ko-KR" sz="2400" b="1" dirty="0">
                <a:cs typeface="Times New Roman" panose="02020603050405020304" pitchFamily="18" charset="0"/>
              </a:rPr>
              <a:t>The phase diagram of A-b-B copolymer was drawn under Landau theory, </a:t>
            </a:r>
            <a:endParaRPr lang="en-US" altLang="ko-KR" sz="2400" b="1" dirty="0"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r>
              <a:rPr lang="en-US" altLang="ko-KR" sz="2400" b="1" dirty="0">
                <a:cs typeface="Times New Roman" panose="02020603050405020304" pitchFamily="18" charset="0"/>
              </a:rPr>
              <a:t>     and the evolution of various microstructures was studied using SCFT theory.</a:t>
            </a:r>
            <a:endParaRPr lang="en-US" altLang="ko-KR" sz="2400" b="1" dirty="0"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ko-KR" sz="2400" b="1" dirty="0">
                <a:cs typeface="Times New Roman" panose="02020603050405020304" pitchFamily="18" charset="0"/>
              </a:rPr>
              <a:t>The phenomenon of matrix inversion was observed in some A-b-B systems.</a:t>
            </a:r>
            <a:endParaRPr lang="en-US" altLang="ko-KR" sz="2400" b="1" dirty="0"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ko-KR" sz="2400" b="1" dirty="0">
                <a:cs typeface="Times New Roman" panose="02020603050405020304" pitchFamily="18" charset="0"/>
              </a:rPr>
              <a:t>The analysis of scattering peaks for the Im3m structures (BCC &amp; I-WP)</a:t>
            </a:r>
            <a:endParaRPr lang="en-US" altLang="ko-KR" sz="2400" b="1" dirty="0">
              <a:cs typeface="Times New Roman" panose="02020603050405020304" pitchFamily="18" charset="0"/>
            </a:endParaRPr>
          </a:p>
          <a:p>
            <a:r>
              <a:rPr lang="en-US" altLang="ko-KR" sz="2400" b="1" dirty="0">
                <a:cs typeface="Times New Roman" panose="02020603050405020304" pitchFamily="18" charset="0"/>
              </a:rPr>
              <a:t>     and the Ia3d structures (double gyroid and A-dispersed Ia3d) </a:t>
            </a:r>
            <a:r>
              <a:rPr lang="en-US" altLang="ko-KR" sz="2400" b="1">
                <a:cs typeface="Times New Roman" panose="02020603050405020304" pitchFamily="18" charset="0"/>
              </a:rPr>
              <a:t>was discussed.</a:t>
            </a:r>
            <a:endParaRPr lang="en-US" altLang="ko-KR" sz="2400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8" name="개체 4"/>
          <p:cNvGraphicFramePr>
            <a:graphicFrameLocks noChangeAspect="1"/>
          </p:cNvGraphicFramePr>
          <p:nvPr>
            <p:custDataLst>
              <p:tags r:id="rId32"/>
            </p:custDataLst>
          </p:nvPr>
        </p:nvGraphicFramePr>
        <p:xfrm>
          <a:off x="3504715" y="30374114"/>
          <a:ext cx="4603348" cy="3841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" name="SPW 14.0 Graph" r:id="rId33" imgW="5407025" imgH="4450080" progId="SigmaPlotGraphicObject.13">
                  <p:embed/>
                </p:oleObj>
              </mc:Choice>
              <mc:Fallback>
                <p:oleObj name="SPW 14.0 Graph" r:id="rId33" imgW="5407025" imgH="4450080" progId="SigmaPlotGraphicObject.13">
                  <p:embed/>
                  <p:pic>
                    <p:nvPicPr>
                      <p:cNvPr id="0" name="개체 4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504715" y="30374114"/>
                        <a:ext cx="4603348" cy="3841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개체 5"/>
          <p:cNvGraphicFramePr>
            <a:graphicFrameLocks noChangeAspect="1"/>
          </p:cNvGraphicFramePr>
          <p:nvPr>
            <p:custDataLst>
              <p:tags r:id="rId35"/>
            </p:custDataLst>
          </p:nvPr>
        </p:nvGraphicFramePr>
        <p:xfrm>
          <a:off x="3504313" y="34476849"/>
          <a:ext cx="4572253" cy="3888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2" name="SPW 14.0 Graph" r:id="rId36" imgW="5370830" imgH="4503420" progId="SigmaPlotGraphicObject.13">
                  <p:embed/>
                </p:oleObj>
              </mc:Choice>
              <mc:Fallback>
                <p:oleObj name="SPW 14.0 Graph" r:id="rId36" imgW="5370830" imgH="4503420" progId="SigmaPlotGraphicObject.13">
                  <p:embed/>
                  <p:pic>
                    <p:nvPicPr>
                      <p:cNvPr id="0" name="개체 5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3504313" y="34476849"/>
                        <a:ext cx="4572253" cy="3888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개체 9"/>
          <p:cNvGraphicFramePr>
            <a:graphicFrameLocks noChangeAspect="1"/>
          </p:cNvGraphicFramePr>
          <p:nvPr>
            <p:custDataLst>
              <p:tags r:id="rId38"/>
            </p:custDataLst>
          </p:nvPr>
        </p:nvGraphicFramePr>
        <p:xfrm>
          <a:off x="4746625" y="38390195"/>
          <a:ext cx="955040" cy="2090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3" name="SPW 14.0 Graph" r:id="rId39" imgW="5338445" imgH="6746875" progId="SigmaPlotGraphicObject.13">
                  <p:embed/>
                </p:oleObj>
              </mc:Choice>
              <mc:Fallback>
                <p:oleObj name="SPW 14.0 Graph" r:id="rId39" imgW="5338445" imgH="6746875" progId="SigmaPlotGraphicObject.13">
                  <p:embed/>
                  <p:pic>
                    <p:nvPicPr>
                      <p:cNvPr id="0" name="개체 9"/>
                      <p:cNvPicPr preferRelativeResize="0"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746625" y="38390195"/>
                        <a:ext cx="955040" cy="2090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개체 10"/>
          <p:cNvGraphicFramePr>
            <a:graphicFrameLocks noChangeAspect="1"/>
          </p:cNvGraphicFramePr>
          <p:nvPr>
            <p:custDataLst>
              <p:tags r:id="rId41"/>
            </p:custDataLst>
          </p:nvPr>
        </p:nvGraphicFramePr>
        <p:xfrm>
          <a:off x="6165215" y="38384480"/>
          <a:ext cx="927100" cy="2089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4" name="SPW 14.0 Graph" r:id="rId42" imgW="5338445" imgH="6944995" progId="SigmaPlotGraphicObject.13">
                  <p:embed/>
                </p:oleObj>
              </mc:Choice>
              <mc:Fallback>
                <p:oleObj name="SPW 14.0 Graph" r:id="rId42" imgW="5338445" imgH="6944995" progId="SigmaPlotGraphicObject.13">
                  <p:embed/>
                  <p:pic>
                    <p:nvPicPr>
                      <p:cNvPr id="0" name="개체 10"/>
                      <p:cNvPicPr preferRelativeResize="0"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6165215" y="38384480"/>
                        <a:ext cx="927100" cy="2089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237480" y="29810075"/>
          <a:ext cx="1336675" cy="48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5" name="" r:id="rId44" imgW="596900" imgH="215900" progId="Equation.KSEE3">
                  <p:embed/>
                </p:oleObj>
              </mc:Choice>
              <mc:Fallback>
                <p:oleObj name="" r:id="rId44" imgW="5969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5237480" y="29810075"/>
                        <a:ext cx="1336675" cy="483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46"/>
            </p:custDataLst>
          </p:nvPr>
        </p:nvGraphicFramePr>
        <p:xfrm>
          <a:off x="9547860" y="29893895"/>
          <a:ext cx="1336675" cy="48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6" name="" r:id="rId47" imgW="596900" imgH="215900" progId="Equation.KSEE3">
                  <p:embed/>
                </p:oleObj>
              </mc:Choice>
              <mc:Fallback>
                <p:oleObj name="" r:id="rId47" imgW="5969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9547860" y="29893895"/>
                        <a:ext cx="1336675" cy="483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개체 6"/>
          <p:cNvGraphicFramePr>
            <a:graphicFrameLocks noChangeAspect="1"/>
          </p:cNvGraphicFramePr>
          <p:nvPr>
            <p:custDataLst>
              <p:tags r:id="rId49"/>
            </p:custDataLst>
          </p:nvPr>
        </p:nvGraphicFramePr>
        <p:xfrm>
          <a:off x="8734480" y="30488357"/>
          <a:ext cx="4665660" cy="3697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7" name="SPW 14.0 Graph" r:id="rId50" imgW="5563870" imgH="4410710" progId="SigmaPlotGraphicObject.13">
                  <p:embed/>
                </p:oleObj>
              </mc:Choice>
              <mc:Fallback>
                <p:oleObj name="SPW 14.0 Graph" r:id="rId50" imgW="5563870" imgH="4410710" progId="SigmaPlotGraphicObject.13">
                  <p:embed/>
                  <p:pic>
                    <p:nvPicPr>
                      <p:cNvPr id="0" name="개체 6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8734480" y="30488357"/>
                        <a:ext cx="4665660" cy="36976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2"/>
            </p:custDataLst>
          </p:nvPr>
        </p:nvGraphicFramePr>
        <p:xfrm>
          <a:off x="11236960" y="29899610"/>
          <a:ext cx="1565275" cy="47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8" name="" r:id="rId53" imgW="749300" imgH="228600" progId="Equation.KSEE3">
                  <p:embed/>
                </p:oleObj>
              </mc:Choice>
              <mc:Fallback>
                <p:oleObj name="" r:id="rId53" imgW="7493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1236960" y="29899610"/>
                        <a:ext cx="1565275" cy="477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3" name="直接箭头连接符 52"/>
          <p:cNvCxnSpPr/>
          <p:nvPr/>
        </p:nvCxnSpPr>
        <p:spPr>
          <a:xfrm flipV="1">
            <a:off x="5231130" y="37409120"/>
            <a:ext cx="519430" cy="90043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>
            <p:custDataLst>
              <p:tags r:id="rId55"/>
            </p:custDataLst>
          </p:nvPr>
        </p:nvCxnSpPr>
        <p:spPr>
          <a:xfrm flipH="1" flipV="1">
            <a:off x="6108065" y="37397690"/>
            <a:ext cx="520700" cy="91821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55" name="개체 1"/>
          <p:cNvGraphicFramePr>
            <a:graphicFrameLocks noChangeAspect="1"/>
          </p:cNvGraphicFramePr>
          <p:nvPr>
            <p:custDataLst>
              <p:tags r:id="rId56"/>
            </p:custDataLst>
          </p:nvPr>
        </p:nvGraphicFramePr>
        <p:xfrm>
          <a:off x="14427200" y="29184600"/>
          <a:ext cx="2244725" cy="3132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9" name="SPW 14.0 Graph" r:id="rId57" imgW="5338445" imgH="7449185" progId="SigmaPlotGraphicObject.13">
                  <p:embed/>
                </p:oleObj>
              </mc:Choice>
              <mc:Fallback>
                <p:oleObj name="SPW 14.0 Graph" r:id="rId57" imgW="5338445" imgH="7449185" progId="SigmaPlotGraphicObject.13">
                  <p:embed/>
                  <p:pic>
                    <p:nvPicPr>
                      <p:cNvPr id="0" name="图片 2067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14427200" y="29184600"/>
                        <a:ext cx="2244725" cy="3132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개체 2"/>
          <p:cNvGraphicFramePr>
            <a:graphicFrameLocks noChangeAspect="1"/>
          </p:cNvGraphicFramePr>
          <p:nvPr>
            <p:custDataLst>
              <p:tags r:id="rId59"/>
            </p:custDataLst>
          </p:nvPr>
        </p:nvGraphicFramePr>
        <p:xfrm>
          <a:off x="16861790" y="29184600"/>
          <a:ext cx="2323465" cy="3133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" name="SPW 14.0 Graph" r:id="rId60" imgW="5343525" imgH="7200900" progId="SigmaPlotGraphicObject.13">
                  <p:embed/>
                </p:oleObj>
              </mc:Choice>
              <mc:Fallback>
                <p:oleObj name="SPW 14.0 Graph" r:id="rId60" imgW="5343525" imgH="7200900" progId="SigmaPlotGraphicObject.13">
                  <p:embed/>
                  <p:pic>
                    <p:nvPicPr>
                      <p:cNvPr id="0" name="图片 2068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16861790" y="29184600"/>
                        <a:ext cx="2323465" cy="3133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개체 2"/>
          <p:cNvGraphicFramePr>
            <a:graphicFrameLocks noChangeAspect="1"/>
          </p:cNvGraphicFramePr>
          <p:nvPr>
            <p:custDataLst>
              <p:tags r:id="rId62"/>
            </p:custDataLst>
          </p:nvPr>
        </p:nvGraphicFramePr>
        <p:xfrm>
          <a:off x="19474815" y="29184600"/>
          <a:ext cx="2479675" cy="3134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" name="SPW 14.0 Graph" r:id="rId63" imgW="5338445" imgH="6746875" progId="SigmaPlotGraphicObject.13">
                  <p:embed/>
                </p:oleObj>
              </mc:Choice>
              <mc:Fallback>
                <p:oleObj name="SPW 14.0 Graph" r:id="rId63" imgW="5338445" imgH="6746875" progId="SigmaPlotGraphicObject.1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19474815" y="29184600"/>
                        <a:ext cx="2479675" cy="31349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개체 1"/>
          <p:cNvGraphicFramePr>
            <a:graphicFrameLocks noChangeAspect="1"/>
          </p:cNvGraphicFramePr>
          <p:nvPr>
            <p:custDataLst>
              <p:tags r:id="rId65"/>
            </p:custDataLst>
          </p:nvPr>
        </p:nvGraphicFramePr>
        <p:xfrm>
          <a:off x="22153880" y="29184600"/>
          <a:ext cx="2480945" cy="3135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" name="SPW 14.0 Graph" r:id="rId66" imgW="5338445" imgH="6746875" progId="SigmaPlotGraphicObject.13">
                  <p:embed/>
                </p:oleObj>
              </mc:Choice>
              <mc:Fallback>
                <p:oleObj name="SPW 14.0 Graph" r:id="rId66" imgW="5338445" imgH="6746875" progId="SigmaPlotGraphicObject.13">
                  <p:embed/>
                  <p:pic>
                    <p:nvPicPr>
                      <p:cNvPr id="0" name="图片 4115"/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22153880" y="29184600"/>
                        <a:ext cx="2480945" cy="3135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개체 1"/>
          <p:cNvGraphicFramePr>
            <a:graphicFrameLocks noChangeAspect="1"/>
          </p:cNvGraphicFramePr>
          <p:nvPr>
            <p:custDataLst>
              <p:tags r:id="rId68"/>
            </p:custDataLst>
          </p:nvPr>
        </p:nvGraphicFramePr>
        <p:xfrm>
          <a:off x="24820245" y="29184600"/>
          <a:ext cx="2547620" cy="312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" name="SPW 14.0 Graph" r:id="rId69" imgW="5509260" imgH="6746875" progId="SigmaPlotGraphicObject.13">
                  <p:embed/>
                </p:oleObj>
              </mc:Choice>
              <mc:Fallback>
                <p:oleObj name="SPW 14.0 Graph" r:id="rId69" imgW="5509260" imgH="6746875" progId="SigmaPlotGraphicObject.13">
                  <p:embed/>
                  <p:pic>
                    <p:nvPicPr>
                      <p:cNvPr id="0" name="图片 6157"/>
                      <p:cNvPicPr/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24820245" y="29184600"/>
                        <a:ext cx="2547620" cy="3121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TextBox 208"/>
          <p:cNvSpPr txBox="1"/>
          <p:nvPr>
            <p:custDataLst>
              <p:tags r:id="rId71"/>
            </p:custDataLst>
          </p:nvPr>
        </p:nvSpPr>
        <p:spPr>
          <a:xfrm>
            <a:off x="18513034" y="28539753"/>
            <a:ext cx="867633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u"/>
            </a:pPr>
            <a:r>
              <a:rPr lang="en-US" altLang="ko-KR" sz="2400" b="1" dirty="0">
                <a:cs typeface="Times New Roman" panose="02020603050405020304" pitchFamily="18" charset="0"/>
              </a:rPr>
              <a:t> Matrix inversion in Φ</a:t>
            </a:r>
            <a:r>
              <a:rPr lang="en-US" altLang="ko-KR" sz="1800" b="1" dirty="0">
                <a:cs typeface="Times New Roman" panose="02020603050405020304" pitchFamily="18" charset="0"/>
              </a:rPr>
              <a:t>A</a:t>
            </a:r>
            <a:r>
              <a:rPr lang="en-US" altLang="ko-KR" sz="2400" b="1" dirty="0">
                <a:cs typeface="Times New Roman" panose="02020603050405020304" pitchFamily="18" charset="0"/>
              </a:rPr>
              <a:t>=0.4 </a:t>
            </a:r>
            <a:endParaRPr lang="en-US" altLang="ko-KR" sz="2400" b="1" dirty="0">
              <a:cs typeface="Times New Roman" panose="02020603050405020304" pitchFamily="18" charset="0"/>
            </a:endParaRPr>
          </a:p>
        </p:txBody>
      </p:sp>
      <p:pic>
        <p:nvPicPr>
          <p:cNvPr id="61" name="그림 10"/>
          <p:cNvPicPr>
            <a:picLocks noChangeAspect="1"/>
          </p:cNvPicPr>
          <p:nvPr>
            <p:custDataLst>
              <p:tags r:id="rId72"/>
            </p:custDataLst>
          </p:nvPr>
        </p:nvPicPr>
        <p:blipFill>
          <a:blip r:embed="rId73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427484" y="33571181"/>
            <a:ext cx="2108058" cy="1957483"/>
          </a:xfrm>
          <a:prstGeom prst="rect">
            <a:avLst/>
          </a:prstGeom>
        </p:spPr>
      </p:pic>
      <p:pic>
        <p:nvPicPr>
          <p:cNvPr id="62" name="그림 9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75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030700" y="33573720"/>
            <a:ext cx="2060575" cy="1957705"/>
          </a:xfrm>
          <a:prstGeom prst="rect">
            <a:avLst/>
          </a:prstGeom>
        </p:spPr>
      </p:pic>
      <p:pic>
        <p:nvPicPr>
          <p:cNvPr id="63" name="그림 8"/>
          <p:cNvPicPr>
            <a:picLocks noChangeAspect="1"/>
          </p:cNvPicPr>
          <p:nvPr>
            <p:custDataLst>
              <p:tags r:id="rId76"/>
            </p:custDataLst>
          </p:nvPr>
        </p:nvPicPr>
        <p:blipFill>
          <a:blip r:embed="rId77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84740" y="33571180"/>
            <a:ext cx="2191385" cy="1957070"/>
          </a:xfrm>
          <a:prstGeom prst="rect">
            <a:avLst/>
          </a:prstGeom>
        </p:spPr>
      </p:pic>
      <p:pic>
        <p:nvPicPr>
          <p:cNvPr id="64" name="그림 7"/>
          <p:cNvPicPr>
            <a:picLocks noChangeAspect="1"/>
          </p:cNvPicPr>
          <p:nvPr>
            <p:custDataLst>
              <p:tags r:id="rId78"/>
            </p:custDataLst>
          </p:nvPr>
        </p:nvPicPr>
        <p:blipFill>
          <a:blip r:embed="rId79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317450" y="33573720"/>
            <a:ext cx="2050415" cy="1956435"/>
          </a:xfrm>
          <a:prstGeom prst="rect">
            <a:avLst/>
          </a:prstGeom>
        </p:spPr>
      </p:pic>
      <p:sp>
        <p:nvSpPr>
          <p:cNvPr id="65" name="文本框 64"/>
          <p:cNvSpPr txBox="1"/>
          <p:nvPr/>
        </p:nvSpPr>
        <p:spPr>
          <a:xfrm>
            <a:off x="17430750" y="33040320"/>
            <a:ext cx="1506855" cy="530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Font typeface="Wingdings" panose="05000000000000000000" charset="0"/>
            </a:pPr>
            <a:r>
              <a:rPr lang="en-US" altLang="ko-KR" sz="2400" b="1" dirty="0">
                <a:cs typeface="Times New Roman" panose="02020603050405020304" pitchFamily="18" charset="0"/>
                <a:sym typeface="+mn-ea"/>
              </a:rPr>
              <a:t>Φ</a:t>
            </a:r>
            <a:r>
              <a:rPr lang="en-US" altLang="ko-KR" sz="1800" b="1" dirty="0"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ko-KR" sz="2400" b="1" dirty="0">
                <a:cs typeface="Times New Roman" panose="02020603050405020304" pitchFamily="18" charset="0"/>
                <a:sym typeface="+mn-ea"/>
              </a:rPr>
              <a:t>=0.3</a:t>
            </a:r>
            <a:endParaRPr lang="en-US" altLang="ko-KR" sz="2400" b="1" dirty="0"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6" name="文本框 65"/>
          <p:cNvSpPr txBox="1"/>
          <p:nvPr>
            <p:custDataLst>
              <p:tags r:id="rId80"/>
            </p:custDataLst>
          </p:nvPr>
        </p:nvSpPr>
        <p:spPr>
          <a:xfrm>
            <a:off x="14860270" y="33040320"/>
            <a:ext cx="1286510" cy="530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Font typeface="Wingdings" panose="05000000000000000000" charset="0"/>
            </a:pPr>
            <a:r>
              <a:rPr lang="en-US" altLang="ko-KR" sz="2400" b="1" dirty="0">
                <a:cs typeface="Times New Roman" panose="02020603050405020304" pitchFamily="18" charset="0"/>
                <a:sym typeface="+mn-ea"/>
              </a:rPr>
              <a:t>Φ</a:t>
            </a:r>
            <a:r>
              <a:rPr lang="en-US" altLang="ko-KR" sz="1800" b="1" dirty="0"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ko-KR" sz="2400" b="1" dirty="0">
                <a:cs typeface="Times New Roman" panose="02020603050405020304" pitchFamily="18" charset="0"/>
                <a:sym typeface="+mn-ea"/>
              </a:rPr>
              <a:t>=0.2 </a:t>
            </a:r>
            <a:endParaRPr lang="en-US" altLang="ko-KR" sz="2400" b="1" dirty="0"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7" name="文本框 66"/>
          <p:cNvSpPr txBox="1"/>
          <p:nvPr>
            <p:custDataLst>
              <p:tags r:id="rId81"/>
            </p:custDataLst>
          </p:nvPr>
        </p:nvSpPr>
        <p:spPr>
          <a:xfrm>
            <a:off x="23179405" y="33039050"/>
            <a:ext cx="1506220" cy="530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Font typeface="Wingdings" panose="05000000000000000000" charset="0"/>
            </a:pPr>
            <a:r>
              <a:rPr lang="en-US" altLang="ko-KR" sz="2400" b="1" dirty="0">
                <a:cs typeface="Times New Roman" panose="02020603050405020304" pitchFamily="18" charset="0"/>
                <a:sym typeface="+mn-ea"/>
              </a:rPr>
              <a:t>Φ</a:t>
            </a:r>
            <a:r>
              <a:rPr lang="en-US" altLang="ko-KR" sz="1800" b="1" dirty="0"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ko-KR" sz="2400" b="1" dirty="0">
                <a:cs typeface="Times New Roman" panose="02020603050405020304" pitchFamily="18" charset="0"/>
                <a:sym typeface="+mn-ea"/>
              </a:rPr>
              <a:t>=0.4</a:t>
            </a:r>
            <a:endParaRPr lang="en-US" altLang="ko-KR" sz="2400" b="1" dirty="0"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8" name="文本框 67"/>
          <p:cNvSpPr txBox="1"/>
          <p:nvPr>
            <p:custDataLst>
              <p:tags r:id="rId82"/>
            </p:custDataLst>
          </p:nvPr>
        </p:nvSpPr>
        <p:spPr>
          <a:xfrm>
            <a:off x="25776555" y="33040320"/>
            <a:ext cx="1506220" cy="530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Font typeface="Wingdings" panose="05000000000000000000" charset="0"/>
            </a:pPr>
            <a:r>
              <a:rPr lang="en-US" altLang="ko-KR" sz="2400" b="1" dirty="0">
                <a:cs typeface="Times New Roman" panose="02020603050405020304" pitchFamily="18" charset="0"/>
                <a:sym typeface="+mn-ea"/>
              </a:rPr>
              <a:t>Φ</a:t>
            </a:r>
            <a:r>
              <a:rPr lang="en-US" altLang="ko-KR" sz="1800" b="1" dirty="0"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ko-KR" sz="2400" b="1" dirty="0">
                <a:cs typeface="Times New Roman" panose="02020603050405020304" pitchFamily="18" charset="0"/>
                <a:sym typeface="+mn-ea"/>
              </a:rPr>
              <a:t>=0.6</a:t>
            </a:r>
            <a:endParaRPr lang="en-US" altLang="ko-KR" sz="2400" b="1" dirty="0"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9" name="왼쪽 중괄호 15"/>
          <p:cNvSpPr/>
          <p:nvPr>
            <p:custDataLst>
              <p:tags r:id="rId83"/>
            </p:custDataLst>
          </p:nvPr>
        </p:nvSpPr>
        <p:spPr bwMode="auto">
          <a:xfrm rot="16200000">
            <a:off x="20784820" y="32774890"/>
            <a:ext cx="267970" cy="5899150"/>
          </a:xfrm>
          <a:prstGeom prst="leftBracket">
            <a:avLst>
              <a:gd name="adj" fmla="val 243168"/>
            </a:avLst>
          </a:prstGeom>
          <a:ln w="28575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b="1" dirty="0">
              <a:latin typeface="Gulim" panose="020B0600000101010101" charset="-127"/>
              <a:ea typeface="Gulim" panose="020B0600000101010101" charset="-127"/>
            </a:endParaRPr>
          </a:p>
        </p:txBody>
      </p:sp>
      <p:graphicFrame>
        <p:nvGraphicFramePr>
          <p:cNvPr id="70" name="개체 10"/>
          <p:cNvGraphicFramePr>
            <a:graphicFrameLocks noChangeAspect="1"/>
          </p:cNvGraphicFramePr>
          <p:nvPr>
            <p:custDataLst>
              <p:tags r:id="rId84"/>
            </p:custDataLst>
          </p:nvPr>
        </p:nvGraphicFramePr>
        <p:xfrm>
          <a:off x="9096375" y="34215705"/>
          <a:ext cx="979170" cy="236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" name="SPW 14.0 Graph" r:id="rId85" imgW="5338445" imgH="7429500" progId="SigmaPlotGraphicObject.13">
                  <p:embed/>
                </p:oleObj>
              </mc:Choice>
              <mc:Fallback>
                <p:oleObj name="SPW 14.0 Graph" r:id="rId85" imgW="5338445" imgH="7429500" progId="SigmaPlotGraphicObject.13">
                  <p:embed/>
                  <p:pic>
                    <p:nvPicPr>
                      <p:cNvPr id="0" name="개체 10"/>
                      <p:cNvPicPr preferRelativeResize="0"/>
                      <p:nvPr/>
                    </p:nvPicPr>
                    <p:blipFill>
                      <a:blip r:embed="rId86"/>
                      <a:stretch>
                        <a:fillRect/>
                      </a:stretch>
                    </p:blipFill>
                    <p:spPr>
                      <a:xfrm>
                        <a:off x="9096375" y="34215705"/>
                        <a:ext cx="979170" cy="2363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개체 16"/>
          <p:cNvGraphicFramePr>
            <a:graphicFrameLocks noChangeAspect="1"/>
          </p:cNvGraphicFramePr>
          <p:nvPr>
            <p:custDataLst>
              <p:tags r:id="rId87"/>
            </p:custDataLst>
          </p:nvPr>
        </p:nvGraphicFramePr>
        <p:xfrm>
          <a:off x="10494010" y="34215705"/>
          <a:ext cx="941070" cy="2362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" name="SPW 14.0 Graph" r:id="rId88" imgW="5337175" imgH="7734300" progId="SigmaPlotGraphicObject.13">
                  <p:embed/>
                </p:oleObj>
              </mc:Choice>
              <mc:Fallback>
                <p:oleObj name="SPW 14.0 Graph" r:id="rId88" imgW="5337175" imgH="7734300" progId="SigmaPlotGraphicObject.13">
                  <p:embed/>
                  <p:pic>
                    <p:nvPicPr>
                      <p:cNvPr id="0" name="개체 16"/>
                      <p:cNvPicPr preferRelativeResize="0"/>
                      <p:nvPr/>
                    </p:nvPicPr>
                    <p:blipFill>
                      <a:blip r:embed="rId89"/>
                      <a:stretch>
                        <a:fillRect/>
                      </a:stretch>
                    </p:blipFill>
                    <p:spPr>
                      <a:xfrm>
                        <a:off x="10494010" y="34215705"/>
                        <a:ext cx="941070" cy="2362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4" name="直接箭头连接符 73"/>
          <p:cNvCxnSpPr>
            <a:stCxn id="70" idx="0"/>
          </p:cNvCxnSpPr>
          <p:nvPr>
            <p:custDataLst>
              <p:tags r:id="rId90"/>
            </p:custDataLst>
          </p:nvPr>
        </p:nvCxnSpPr>
        <p:spPr>
          <a:xfrm flipV="1">
            <a:off x="9585960" y="33811210"/>
            <a:ext cx="452120" cy="40449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>
            <p:custDataLst>
              <p:tags r:id="rId91"/>
            </p:custDataLst>
          </p:nvPr>
        </p:nvCxnSpPr>
        <p:spPr>
          <a:xfrm flipH="1" flipV="1">
            <a:off x="10554970" y="33837880"/>
            <a:ext cx="394335" cy="36766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8" name="Picture 1"/>
          <p:cNvPicPr>
            <a:picLocks noChangeAspect="1"/>
          </p:cNvPicPr>
          <p:nvPr>
            <p:custDataLst>
              <p:tags r:id="rId92"/>
            </p:custDataLst>
          </p:nvPr>
        </p:nvPicPr>
        <p:blipFill>
          <a:blip r:embed="rId93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rcRect l="23053" t="11058" r="19878" b="12217"/>
          <a:stretch>
            <a:fillRect/>
          </a:stretch>
        </p:blipFill>
        <p:spPr>
          <a:xfrm>
            <a:off x="8601075" y="37078285"/>
            <a:ext cx="1624965" cy="181737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9" name="Picture 3"/>
          <p:cNvPicPr>
            <a:picLocks noChangeAspect="1"/>
          </p:cNvPicPr>
          <p:nvPr>
            <p:custDataLst>
              <p:tags r:id="rId94"/>
            </p:custDataLst>
          </p:nvPr>
        </p:nvPicPr>
        <p:blipFill>
          <a:blip r:embed="rId95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13395" y="38552755"/>
            <a:ext cx="2577465" cy="219900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0" name="TextBox 208"/>
          <p:cNvSpPr txBox="1"/>
          <p:nvPr>
            <p:custDataLst>
              <p:tags r:id="rId96"/>
            </p:custDataLst>
          </p:nvPr>
        </p:nvSpPr>
        <p:spPr>
          <a:xfrm>
            <a:off x="8331200" y="36673155"/>
            <a:ext cx="7673340" cy="485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u"/>
            </a:pPr>
            <a:r>
              <a:rPr lang="en-US" altLang="ko-KR" sz="2400" b="1" dirty="0">
                <a:cs typeface="Times New Roman" panose="02020603050405020304" pitchFamily="18" charset="0"/>
              </a:rPr>
              <a:t> More morphologies</a:t>
            </a:r>
            <a:endParaRPr lang="en-US" altLang="ko-KR" sz="2400" b="1" dirty="0">
              <a:cs typeface="Times New Roman" panose="02020603050405020304" pitchFamily="18" charset="0"/>
            </a:endParaRPr>
          </a:p>
        </p:txBody>
      </p:sp>
      <p:sp>
        <p:nvSpPr>
          <p:cNvPr id="82" name="文本框 81"/>
          <p:cNvSpPr txBox="1"/>
          <p:nvPr>
            <p:custDataLst>
              <p:tags r:id="rId97"/>
            </p:custDataLst>
          </p:nvPr>
        </p:nvSpPr>
        <p:spPr>
          <a:xfrm>
            <a:off x="10202545" y="39199820"/>
            <a:ext cx="1292860" cy="904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b="1" spc="20" dirty="0">
                <a:latin typeface="Malgun Gothic" panose="020B0503020000020004" charset="-127"/>
                <a:cs typeface="Malgun Gothic" panose="020B0503020000020004" charset="-127"/>
                <a:sym typeface="+mn-ea"/>
              </a:rPr>
              <a:t>Double gyroid mesophase</a:t>
            </a:r>
            <a:endParaRPr lang="en-US" sz="1600" b="1" spc="20" dirty="0">
              <a:latin typeface="Malgun Gothic" panose="020B0503020000020004" charset="-127"/>
              <a:cs typeface="Malgun Gothic" panose="020B0503020000020004" charset="-127"/>
              <a:sym typeface="+mn-ea"/>
            </a:endParaRPr>
          </a:p>
          <a:p>
            <a:pPr algn="ctr"/>
            <a:r>
              <a:rPr lang="en-US" sz="1600" b="1" spc="20" dirty="0">
                <a:latin typeface="Malgun Gothic" panose="020B0503020000020004" charset="-127"/>
                <a:cs typeface="Malgun Gothic" panose="020B0503020000020004" charset="-127"/>
                <a:sym typeface="+mn-ea"/>
              </a:rPr>
              <a:t>Φ</a:t>
            </a:r>
            <a:r>
              <a:rPr lang="en-US" sz="1200" b="1" spc="20" dirty="0">
                <a:latin typeface="Malgun Gothic" panose="020B0503020000020004" charset="-127"/>
                <a:cs typeface="Malgun Gothic" panose="020B0503020000020004" charset="-127"/>
                <a:sym typeface="+mn-ea"/>
              </a:rPr>
              <a:t>A</a:t>
            </a:r>
            <a:r>
              <a:rPr lang="en-US" sz="1600" b="1" spc="20" dirty="0">
                <a:latin typeface="Malgun Gothic" panose="020B0503020000020004" charset="-127"/>
                <a:cs typeface="Malgun Gothic" panose="020B0503020000020004" charset="-127"/>
                <a:sym typeface="+mn-ea"/>
              </a:rPr>
              <a:t>=0.2</a:t>
            </a:r>
            <a:endParaRPr lang="en-US" sz="1600" b="1" spc="20" dirty="0">
              <a:latin typeface="Malgun Gothic" panose="020B0503020000020004" charset="-127"/>
              <a:cs typeface="Malgun Gothic" panose="020B0503020000020004" charset="-127"/>
              <a:sym typeface="+mn-ea"/>
            </a:endParaRPr>
          </a:p>
        </p:txBody>
      </p:sp>
      <p:sp>
        <p:nvSpPr>
          <p:cNvPr id="85" name="文本框 84"/>
          <p:cNvSpPr txBox="1"/>
          <p:nvPr>
            <p:custDataLst>
              <p:tags r:id="rId98"/>
            </p:custDataLst>
          </p:nvPr>
        </p:nvSpPr>
        <p:spPr>
          <a:xfrm>
            <a:off x="11875770" y="37397690"/>
            <a:ext cx="2811145" cy="904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b="1" spc="20" dirty="0">
                <a:latin typeface="Malgun Gothic" panose="020B0503020000020004" charset="-127"/>
                <a:cs typeface="Malgun Gothic" panose="020B0503020000020004" charset="-127"/>
                <a:sym typeface="+mn-ea"/>
              </a:rPr>
              <a:t>These two structures have </a:t>
            </a:r>
            <a:endParaRPr lang="en-US" sz="1600" b="1" spc="20" dirty="0">
              <a:latin typeface="Malgun Gothic" panose="020B0503020000020004" charset="-127"/>
              <a:cs typeface="Malgun Gothic" panose="020B0503020000020004" charset="-127"/>
              <a:sym typeface="+mn-ea"/>
            </a:endParaRPr>
          </a:p>
          <a:p>
            <a:pPr algn="ctr"/>
            <a:r>
              <a:rPr lang="en-US" sz="1600" b="1" spc="20" dirty="0">
                <a:latin typeface="Malgun Gothic" panose="020B0503020000020004" charset="-127"/>
                <a:cs typeface="Malgun Gothic" panose="020B0503020000020004" charset="-127"/>
                <a:sym typeface="+mn-ea"/>
              </a:rPr>
              <a:t>  the identical scattering peaks for Ia3d</a:t>
            </a:r>
            <a:endParaRPr lang="en-US" sz="1600" b="1" spc="20" dirty="0">
              <a:latin typeface="Malgun Gothic" panose="020B0503020000020004" charset="-127"/>
              <a:cs typeface="Malgun Gothic" panose="020B0503020000020004" charset="-127"/>
              <a:sym typeface="+mn-ea"/>
            </a:endParaRPr>
          </a:p>
        </p:txBody>
      </p:sp>
      <p:sp>
        <p:nvSpPr>
          <p:cNvPr id="84" name="圆角矩形 32"/>
          <p:cNvSpPr/>
          <p:nvPr>
            <p:custDataLst>
              <p:tags r:id="rId99"/>
            </p:custDataLst>
          </p:nvPr>
        </p:nvSpPr>
        <p:spPr>
          <a:xfrm>
            <a:off x="3837688" y="29247782"/>
            <a:ext cx="4270375" cy="565785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</a:rPr>
              <a:t>Typical A-b-B</a:t>
            </a:r>
            <a:endParaRPr lang="en-US" altLang="zh-CN" sz="2400" dirty="0">
              <a:solidFill>
                <a:srgbClr val="C00000"/>
              </a:solidFill>
            </a:endParaRPr>
          </a:p>
        </p:txBody>
      </p:sp>
      <p:sp>
        <p:nvSpPr>
          <p:cNvPr id="87" name="文本框 65"/>
          <p:cNvSpPr txBox="1"/>
          <p:nvPr>
            <p:custDataLst>
              <p:tags r:id="rId100"/>
            </p:custDataLst>
          </p:nvPr>
        </p:nvSpPr>
        <p:spPr>
          <a:xfrm>
            <a:off x="11498315" y="34348737"/>
            <a:ext cx="1569634" cy="530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Font typeface="Wingdings" panose="05000000000000000000" charset="0"/>
            </a:pPr>
            <a:r>
              <a:rPr lang="en-US" altLang="ko-KR" sz="2400" b="1" dirty="0">
                <a:cs typeface="Times New Roman" panose="02020603050405020304" pitchFamily="18" charset="0"/>
                <a:sym typeface="+mn-ea"/>
              </a:rPr>
              <a:t>at T</a:t>
            </a:r>
            <a:r>
              <a:rPr lang="en-US" altLang="ko-KR" sz="2400" b="1" baseline="-25000" dirty="0">
                <a:cs typeface="Times New Roman" panose="02020603050405020304" pitchFamily="18" charset="0"/>
                <a:sym typeface="+mn-ea"/>
              </a:rPr>
              <a:t>s</a:t>
            </a:r>
            <a:r>
              <a:rPr lang="en-US" altLang="ko-KR" sz="2400" b="1" dirty="0">
                <a:cs typeface="Times New Roman" panose="02020603050405020304" pitchFamily="18" charset="0"/>
                <a:sym typeface="+mn-ea"/>
              </a:rPr>
              <a:t>+3K</a:t>
            </a:r>
            <a:endParaRPr lang="en-US" altLang="ko-KR" sz="2400" b="1" dirty="0"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243" name="Picture 5195" descr="단국대학교 UI - 단국대학교"/>
          <p:cNvPicPr>
            <a:picLocks noChangeAspect="1" noChangeArrowheads="1"/>
          </p:cNvPicPr>
          <p:nvPr/>
        </p:nvPicPr>
        <p:blipFill>
          <a:blip r:embed="rId10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63" y="231454"/>
            <a:ext cx="4590434" cy="2475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COMMONDATA" val="eyJoZGlkIjoiNWY2ZTkzNzBkMjg4NTUyNjI5MDhkMGFjN2U5YzM2ZWYifQ==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2994</Words>
  <Application>WPS 演示</Application>
  <PresentationFormat>사용자 지정</PresentationFormat>
  <Paragraphs>110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16</vt:i4>
      </vt:variant>
      <vt:variant>
        <vt:lpstr>幻灯片标题</vt:lpstr>
      </vt:variant>
      <vt:variant>
        <vt:i4>1</vt:i4>
      </vt:variant>
    </vt:vector>
  </HeadingPairs>
  <TitlesOfParts>
    <vt:vector size="28" baseType="lpstr">
      <vt:lpstr>Arial</vt:lpstr>
      <vt:lpstr>宋体</vt:lpstr>
      <vt:lpstr>Wingdings</vt:lpstr>
      <vt:lpstr>Gill Sans MT</vt:lpstr>
      <vt:lpstr>Malgun Gothic</vt:lpstr>
      <vt:lpstr>Wingdings</vt:lpstr>
      <vt:lpstr>Times New Roman</vt:lpstr>
      <vt:lpstr>Gulim</vt:lpstr>
      <vt:lpstr>微软雅黑</vt:lpstr>
      <vt:lpstr>Arial Unicode MS</vt:lpstr>
      <vt:lpstr>Default Design</vt:lpstr>
      <vt:lpstr>PBrush</vt:lpstr>
      <vt:lpstr>SigmaPlotGraphicObject.13</vt:lpstr>
      <vt:lpstr>SigmaPlotGraphicObject.13</vt:lpstr>
      <vt:lpstr>SigmaPlotGraphicObject.13</vt:lpstr>
      <vt:lpstr>SigmaPlotGraphicObject.13</vt:lpstr>
      <vt:lpstr>SigmaPlotGraphicObject.13</vt:lpstr>
      <vt:lpstr>SigmaPlotGraphicObject.13</vt:lpstr>
      <vt:lpstr>SigmaPlotGraphicObject.13</vt:lpstr>
      <vt:lpstr>SigmaPlotGraphicObject.13</vt:lpstr>
      <vt:lpstr>SigmaPlotGraphicObject.13</vt:lpstr>
      <vt:lpstr>SigmaPlotGraphicObject.13</vt:lpstr>
      <vt:lpstr>SigmaPlotGraphicObject.13</vt:lpstr>
      <vt:lpstr>Equation.KSEE3</vt:lpstr>
      <vt:lpstr>Equation.KSEE3</vt:lpstr>
      <vt:lpstr>SigmaPlotGraphicObject.13</vt:lpstr>
      <vt:lpstr>Equation.KSEE3</vt:lpstr>
      <vt:lpstr>PowerPoint 演示文稿</vt:lpstr>
    </vt:vector>
  </TitlesOfParts>
  <Company>Graphicsland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 D square 42</dc:title>
  <dc:creator>Cindy Kranz</dc:creator>
  <cp:lastModifiedBy>格격</cp:lastModifiedBy>
  <cp:revision>106</cp:revision>
  <dcterms:created xsi:type="dcterms:W3CDTF">2004-07-27T19:46:00Z</dcterms:created>
  <dcterms:modified xsi:type="dcterms:W3CDTF">2023-10-10T01:40:54Z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7BCDEF746BBD4DFCB1024E2F1D5161DF_12</vt:lpwstr>
  </property>
  <property fmtid="{D5CDD505-2E9C-101B-9397-08002B2CF9AE}" pid="3" name="KSOProductBuildVer">
    <vt:lpwstr>2052-12.1.0.15374</vt:lpwstr>
  </property>
</Properties>
</file>