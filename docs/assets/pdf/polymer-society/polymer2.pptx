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30274895" cy="46799500"/>
  <p:notesSz cx="6735445" cy="9865995"/>
  <p:defaultTextStyle>
    <a:defPPr>
      <a:defRPr lang="ko-KR"/>
    </a:defPPr>
    <a:lvl1pPr marL="0" algn="l" defTabSz="4320540" rtl="0" eaLnBrk="1" latinLnBrk="1" hangingPunct="1">
      <a:defRPr sz="8500" kern="1200">
        <a:solidFill>
          <a:schemeClr val="tx1"/>
        </a:solidFill>
        <a:latin typeface="+mn-lt"/>
        <a:ea typeface="+mn-ea"/>
        <a:cs typeface="+mn-cs"/>
      </a:defRPr>
    </a:lvl1pPr>
    <a:lvl2pPr marL="2160270" algn="l" defTabSz="4320540" rtl="0" eaLnBrk="1" latinLnBrk="1" hangingPunct="1">
      <a:defRPr sz="8500" kern="1200">
        <a:solidFill>
          <a:schemeClr val="tx1"/>
        </a:solidFill>
        <a:latin typeface="+mn-lt"/>
        <a:ea typeface="+mn-ea"/>
        <a:cs typeface="+mn-cs"/>
      </a:defRPr>
    </a:lvl2pPr>
    <a:lvl3pPr marL="4320540" algn="l" defTabSz="4320540" rtl="0" eaLnBrk="1" latinLnBrk="1" hangingPunct="1">
      <a:defRPr sz="8500" kern="1200">
        <a:solidFill>
          <a:schemeClr val="tx1"/>
        </a:solidFill>
        <a:latin typeface="+mn-lt"/>
        <a:ea typeface="+mn-ea"/>
        <a:cs typeface="+mn-cs"/>
      </a:defRPr>
    </a:lvl3pPr>
    <a:lvl4pPr marL="6480810" algn="l" defTabSz="4320540" rtl="0" eaLnBrk="1" latinLnBrk="1" hangingPunct="1">
      <a:defRPr sz="8500" kern="1200">
        <a:solidFill>
          <a:schemeClr val="tx1"/>
        </a:solidFill>
        <a:latin typeface="+mn-lt"/>
        <a:ea typeface="+mn-ea"/>
        <a:cs typeface="+mn-cs"/>
      </a:defRPr>
    </a:lvl4pPr>
    <a:lvl5pPr marL="8641080" algn="l" defTabSz="4320540" rtl="0" eaLnBrk="1" latinLnBrk="1" hangingPunct="1">
      <a:defRPr sz="8500" kern="1200">
        <a:solidFill>
          <a:schemeClr val="tx1"/>
        </a:solidFill>
        <a:latin typeface="+mn-lt"/>
        <a:ea typeface="+mn-ea"/>
        <a:cs typeface="+mn-cs"/>
      </a:defRPr>
    </a:lvl5pPr>
    <a:lvl6pPr marL="10801350" algn="l" defTabSz="4320540" rtl="0" eaLnBrk="1" latinLnBrk="1" hangingPunct="1">
      <a:defRPr sz="8500" kern="1200">
        <a:solidFill>
          <a:schemeClr val="tx1"/>
        </a:solidFill>
        <a:latin typeface="+mn-lt"/>
        <a:ea typeface="+mn-ea"/>
        <a:cs typeface="+mn-cs"/>
      </a:defRPr>
    </a:lvl6pPr>
    <a:lvl7pPr marL="12961620" algn="l" defTabSz="4320540" rtl="0" eaLnBrk="1" latinLnBrk="1" hangingPunct="1">
      <a:defRPr sz="8500" kern="1200">
        <a:solidFill>
          <a:schemeClr val="tx1"/>
        </a:solidFill>
        <a:latin typeface="+mn-lt"/>
        <a:ea typeface="+mn-ea"/>
        <a:cs typeface="+mn-cs"/>
      </a:defRPr>
    </a:lvl7pPr>
    <a:lvl8pPr marL="15121890" algn="l" defTabSz="4320540" rtl="0" eaLnBrk="1" latinLnBrk="1" hangingPunct="1">
      <a:defRPr sz="8500" kern="1200">
        <a:solidFill>
          <a:schemeClr val="tx1"/>
        </a:solidFill>
        <a:latin typeface="+mn-lt"/>
        <a:ea typeface="+mn-ea"/>
        <a:cs typeface="+mn-cs"/>
      </a:defRPr>
    </a:lvl8pPr>
    <a:lvl9pPr marL="17282160" algn="l" defTabSz="4320540" rtl="0" eaLnBrk="1" latinLnBrk="1" hangingPunct="1">
      <a:defRPr sz="8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05F2C04-C923-438B-8C0F-E0CD2BADF298}">
      <wppc:fontMiss xmlns:wppc="http://www.wps.cn/officeDocument/PresentationCustomData" type="true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05CB"/>
    <a:srgbClr val="FFDE77"/>
    <a:srgbClr val="FF5050"/>
    <a:srgbClr val="D21CC5"/>
    <a:srgbClr val="512373"/>
    <a:srgbClr val="43EB43"/>
    <a:srgbClr val="397636"/>
    <a:srgbClr val="66FFFF"/>
    <a:srgbClr val="F4F85E"/>
    <a:srgbClr val="FBCB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2" autoAdjust="0"/>
    <p:restoredTop sz="97255" autoAdjust="0"/>
  </p:normalViewPr>
  <p:slideViewPr>
    <p:cSldViewPr>
      <p:cViewPr>
        <p:scale>
          <a:sx n="33" d="100"/>
          <a:sy n="33" d="100"/>
        </p:scale>
        <p:origin x="276" y="24"/>
      </p:cViewPr>
      <p:guideLst>
        <p:guide orient="horz" pos="14747"/>
        <p:guide pos="9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.wmf"/><Relationship Id="rId8" Type="http://schemas.openxmlformats.org/officeDocument/2006/relationships/image" Target="../media/image18.wmf"/><Relationship Id="rId7" Type="http://schemas.openxmlformats.org/officeDocument/2006/relationships/image" Target="../media/image14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6" Type="http://schemas.openxmlformats.org/officeDocument/2006/relationships/image" Target="../media/image27.wmf"/><Relationship Id="rId15" Type="http://schemas.openxmlformats.org/officeDocument/2006/relationships/image" Target="../media/image26.wmf"/><Relationship Id="rId14" Type="http://schemas.openxmlformats.org/officeDocument/2006/relationships/image" Target="../media/image25.wmf"/><Relationship Id="rId13" Type="http://schemas.openxmlformats.org/officeDocument/2006/relationships/image" Target="../media/image24.wmf"/><Relationship Id="rId12" Type="http://schemas.openxmlformats.org/officeDocument/2006/relationships/image" Target="../media/image23.wmf"/><Relationship Id="rId11" Type="http://schemas.openxmlformats.org/officeDocument/2006/relationships/image" Target="../media/image22.wmf"/><Relationship Id="rId10" Type="http://schemas.openxmlformats.org/officeDocument/2006/relationships/image" Target="../media/image20.wmf"/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25" tIns="45713" rIns="91425" bIns="4571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374" y="0"/>
            <a:ext cx="2918831" cy="493316"/>
          </a:xfrm>
          <a:prstGeom prst="rect">
            <a:avLst/>
          </a:prstGeom>
        </p:spPr>
        <p:txBody>
          <a:bodyPr vert="horz" lIns="91425" tIns="45713" rIns="91425" bIns="45713" rtlCol="0"/>
          <a:lstStyle>
            <a:lvl1pPr algn="r">
              <a:defRPr sz="1200"/>
            </a:lvl1pPr>
          </a:lstStyle>
          <a:p>
            <a:fld id="{04A23F3D-C142-4181-B7D3-D4EFD12B0693}" type="datetimeFigureOut">
              <a:rPr lang="ko-KR" altLang="en-US" smtClean="0"/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25" tIns="45713" rIns="91425" bIns="4571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374" y="9371285"/>
            <a:ext cx="2918831" cy="493316"/>
          </a:xfrm>
          <a:prstGeom prst="rect">
            <a:avLst/>
          </a:prstGeom>
        </p:spPr>
        <p:txBody>
          <a:bodyPr vert="horz" lIns="91425" tIns="45713" rIns="91425" bIns="45713" rtlCol="0" anchor="b"/>
          <a:lstStyle>
            <a:lvl1pPr algn="r">
              <a:defRPr sz="1200"/>
            </a:lvl1pPr>
          </a:lstStyle>
          <a:p>
            <a:fld id="{C969BBFE-27EF-4CAF-AB75-1B4FA001A57D}" type="slidenum">
              <a:rPr lang="ko-KR" altLang="en-US" smtClean="0"/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25" tIns="45713" rIns="91425" bIns="4571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4" y="0"/>
            <a:ext cx="2918831" cy="493316"/>
          </a:xfrm>
          <a:prstGeom prst="rect">
            <a:avLst/>
          </a:prstGeom>
        </p:spPr>
        <p:txBody>
          <a:bodyPr vert="horz" lIns="91425" tIns="45713" rIns="91425" bIns="45713" rtlCol="0"/>
          <a:lstStyle>
            <a:lvl1pPr algn="r">
              <a:defRPr sz="1200"/>
            </a:lvl1pPr>
          </a:lstStyle>
          <a:p>
            <a:fld id="{DDEB9BE8-257E-437F-9736-EA42A5D67A11}" type="datetimeFigureOut">
              <a:rPr lang="ko-KR" altLang="en-US" smtClean="0"/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70924" y="739775"/>
            <a:ext cx="2393915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5" tIns="45713" rIns="91425" bIns="4571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25" tIns="45713" rIns="91425" bIns="45713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/>
            <a:r>
              <a:rPr lang="ko-KR" altLang="en-US"/>
              <a:t>둘째 수준</a:t>
            </a:r>
            <a:endParaRPr lang="ko-KR" altLang="en-US"/>
          </a:p>
          <a:p>
            <a:pPr lvl="2"/>
            <a:r>
              <a:rPr lang="ko-KR" altLang="en-US"/>
              <a:t>셋째 수준</a:t>
            </a:r>
            <a:endParaRPr lang="ko-KR" altLang="en-US"/>
          </a:p>
          <a:p>
            <a:pPr lvl="3"/>
            <a:r>
              <a:rPr lang="ko-KR" altLang="en-US"/>
              <a:t>넷째 수준</a:t>
            </a:r>
            <a:endParaRPr lang="ko-KR" altLang="en-US"/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25" tIns="45713" rIns="91425" bIns="4571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4" y="9371285"/>
            <a:ext cx="2918831" cy="493316"/>
          </a:xfrm>
          <a:prstGeom prst="rect">
            <a:avLst/>
          </a:prstGeom>
        </p:spPr>
        <p:txBody>
          <a:bodyPr vert="horz" lIns="91425" tIns="45713" rIns="91425" bIns="45713" rtlCol="0" anchor="b"/>
          <a:lstStyle>
            <a:lvl1pPr algn="r">
              <a:defRPr sz="1200"/>
            </a:lvl1pPr>
          </a:lstStyle>
          <a:p>
            <a:fld id="{62891D1F-2E2A-493F-BE26-59AE919C7897}" type="slidenum">
              <a:rPr lang="ko-KR" altLang="en-US" smtClean="0"/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171700" y="739775"/>
            <a:ext cx="2392363" cy="37004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891D1F-2E2A-493F-BE26-59AE919C7897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2270735" y="14538525"/>
            <a:ext cx="25735003" cy="1003179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4541472" y="26520344"/>
            <a:ext cx="21193531" cy="1196015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186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036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055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0733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092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1100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128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147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E8AD-C7D4-4101-B8A2-32E50F266701}" type="datetimeFigureOut">
              <a:rPr lang="ko-KR" altLang="en-US" smtClean="0"/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05F83-E278-4742-A734-E02B5DD4EEE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/>
            <a:r>
              <a:rPr lang="ko-KR" altLang="en-US"/>
              <a:t>둘째 수준</a:t>
            </a:r>
            <a:endParaRPr lang="ko-KR" altLang="en-US"/>
          </a:p>
          <a:p>
            <a:pPr lvl="2"/>
            <a:r>
              <a:rPr lang="ko-KR" altLang="en-US"/>
              <a:t>셋째 수준</a:t>
            </a:r>
            <a:endParaRPr lang="ko-KR" altLang="en-US"/>
          </a:p>
          <a:p>
            <a:pPr lvl="3"/>
            <a:r>
              <a:rPr lang="ko-KR" altLang="en-US"/>
              <a:t>넷째 수준</a:t>
            </a:r>
            <a:endParaRPr lang="ko-KR" altLang="en-US"/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E8AD-C7D4-4101-B8A2-32E50F266701}" type="datetimeFigureOut">
              <a:rPr lang="ko-KR" altLang="en-US" smtClean="0"/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05F83-E278-4742-A734-E02B5DD4EEE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391632" y="30073728"/>
            <a:ext cx="25735003" cy="9295122"/>
          </a:xfrm>
        </p:spPr>
        <p:txBody>
          <a:bodyPr anchor="t"/>
          <a:lstStyle>
            <a:lvl1pPr algn="l">
              <a:defRPr sz="17660" b="1" cap="all"/>
            </a:lvl1pPr>
          </a:lstStyle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2391632" y="19836098"/>
            <a:ext cx="25735003" cy="10237630"/>
          </a:xfrm>
        </p:spPr>
        <p:txBody>
          <a:bodyPr anchor="b"/>
          <a:lstStyle>
            <a:lvl1pPr marL="0" indent="0">
              <a:buNone/>
              <a:defRPr sz="8875">
                <a:solidFill>
                  <a:schemeClr val="tx1">
                    <a:tint val="75000"/>
                  </a:schemeClr>
                </a:solidFill>
              </a:defRPr>
            </a:lvl1pPr>
            <a:lvl2pPr marL="2018665" indent="0">
              <a:buNone/>
              <a:defRPr sz="7940">
                <a:solidFill>
                  <a:schemeClr val="tx1">
                    <a:tint val="75000"/>
                  </a:schemeClr>
                </a:solidFill>
              </a:defRPr>
            </a:lvl2pPr>
            <a:lvl3pPr marL="4036695" indent="0">
              <a:buNone/>
              <a:defRPr sz="7100">
                <a:solidFill>
                  <a:schemeClr val="tx1">
                    <a:tint val="75000"/>
                  </a:schemeClr>
                </a:solidFill>
              </a:defRPr>
            </a:lvl3pPr>
            <a:lvl4pPr marL="6055360" indent="0">
              <a:buNone/>
              <a:defRPr sz="6165">
                <a:solidFill>
                  <a:schemeClr val="tx1">
                    <a:tint val="75000"/>
                  </a:schemeClr>
                </a:solidFill>
              </a:defRPr>
            </a:lvl4pPr>
            <a:lvl5pPr marL="8073390" indent="0">
              <a:buNone/>
              <a:defRPr sz="6165">
                <a:solidFill>
                  <a:schemeClr val="tx1">
                    <a:tint val="75000"/>
                  </a:schemeClr>
                </a:solidFill>
              </a:defRPr>
            </a:lvl5pPr>
            <a:lvl6pPr marL="10092055" indent="0">
              <a:buNone/>
              <a:defRPr sz="6165">
                <a:solidFill>
                  <a:schemeClr val="tx1">
                    <a:tint val="75000"/>
                  </a:schemeClr>
                </a:solidFill>
              </a:defRPr>
            </a:lvl6pPr>
            <a:lvl7pPr marL="12110085" indent="0">
              <a:buNone/>
              <a:defRPr sz="6165">
                <a:solidFill>
                  <a:schemeClr val="tx1">
                    <a:tint val="75000"/>
                  </a:schemeClr>
                </a:solidFill>
              </a:defRPr>
            </a:lvl7pPr>
            <a:lvl8pPr marL="14128750" indent="0">
              <a:buNone/>
              <a:defRPr sz="6165">
                <a:solidFill>
                  <a:schemeClr val="tx1">
                    <a:tint val="75000"/>
                  </a:schemeClr>
                </a:solidFill>
              </a:defRPr>
            </a:lvl8pPr>
            <a:lvl9pPr marL="16147415" indent="0">
              <a:buNone/>
              <a:defRPr sz="61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E8AD-C7D4-4101-B8A2-32E50F266701}" type="datetimeFigureOut">
              <a:rPr lang="ko-KR" altLang="en-US" smtClean="0"/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05F83-E278-4742-A734-E02B5DD4EEE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 hasCustomPrompt="1"/>
          </p:nvPr>
        </p:nvSpPr>
        <p:spPr>
          <a:xfrm>
            <a:off x="5366718" y="68792564"/>
            <a:ext cx="48027105" cy="194590864"/>
          </a:xfrm>
        </p:spPr>
        <p:txBody>
          <a:bodyPr/>
          <a:lstStyle>
            <a:lvl1pPr>
              <a:defRPr sz="12335"/>
            </a:lvl1pPr>
            <a:lvl2pPr>
              <a:defRPr sz="10560"/>
            </a:lvl2pPr>
            <a:lvl3pPr>
              <a:defRPr sz="8875"/>
            </a:lvl3pPr>
            <a:lvl4pPr>
              <a:defRPr sz="7940"/>
            </a:lvl4pPr>
            <a:lvl5pPr>
              <a:defRPr sz="7940"/>
            </a:lvl5pPr>
            <a:lvl6pPr>
              <a:defRPr sz="7940"/>
            </a:lvl6pPr>
            <a:lvl7pPr>
              <a:defRPr sz="7940"/>
            </a:lvl7pPr>
            <a:lvl8pPr>
              <a:defRPr sz="7940"/>
            </a:lvl8pPr>
            <a:lvl9pPr>
              <a:defRPr sz="7940"/>
            </a:lvl9pPr>
          </a:lstStyle>
          <a:p>
            <a:pPr lvl="0"/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/>
            <a:r>
              <a:rPr lang="ko-KR" altLang="en-US"/>
              <a:t>둘째 수준</a:t>
            </a:r>
            <a:endParaRPr lang="ko-KR" altLang="en-US"/>
          </a:p>
          <a:p>
            <a:pPr lvl="2"/>
            <a:r>
              <a:rPr lang="ko-KR" altLang="en-US"/>
              <a:t>셋째 수준</a:t>
            </a:r>
            <a:endParaRPr lang="ko-KR" altLang="en-US"/>
          </a:p>
          <a:p>
            <a:pPr lvl="3"/>
            <a:r>
              <a:rPr lang="ko-KR" altLang="en-US"/>
              <a:t>넷째 수준</a:t>
            </a:r>
            <a:endParaRPr lang="ko-KR" altLang="en-US"/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53898429" y="68792564"/>
            <a:ext cx="48027108" cy="194590864"/>
          </a:xfrm>
        </p:spPr>
        <p:txBody>
          <a:bodyPr/>
          <a:lstStyle>
            <a:lvl1pPr>
              <a:defRPr sz="12335"/>
            </a:lvl1pPr>
            <a:lvl2pPr>
              <a:defRPr sz="10560"/>
            </a:lvl2pPr>
            <a:lvl3pPr>
              <a:defRPr sz="8875"/>
            </a:lvl3pPr>
            <a:lvl4pPr>
              <a:defRPr sz="7940"/>
            </a:lvl4pPr>
            <a:lvl5pPr>
              <a:defRPr sz="7940"/>
            </a:lvl5pPr>
            <a:lvl6pPr>
              <a:defRPr sz="7940"/>
            </a:lvl6pPr>
            <a:lvl7pPr>
              <a:defRPr sz="7940"/>
            </a:lvl7pPr>
            <a:lvl8pPr>
              <a:defRPr sz="7940"/>
            </a:lvl8pPr>
            <a:lvl9pPr>
              <a:defRPr sz="7940"/>
            </a:lvl9pPr>
          </a:lstStyle>
          <a:p>
            <a:pPr lvl="0"/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/>
            <a:r>
              <a:rPr lang="ko-KR" altLang="en-US"/>
              <a:t>둘째 수준</a:t>
            </a:r>
            <a:endParaRPr lang="ko-KR" altLang="en-US"/>
          </a:p>
          <a:p>
            <a:pPr lvl="2"/>
            <a:r>
              <a:rPr lang="ko-KR" altLang="en-US"/>
              <a:t>셋째 수준</a:t>
            </a:r>
            <a:endParaRPr lang="ko-KR" altLang="en-US"/>
          </a:p>
          <a:p>
            <a:pPr lvl="3"/>
            <a:r>
              <a:rPr lang="ko-KR" altLang="en-US"/>
              <a:t>넷째 수준</a:t>
            </a:r>
            <a:endParaRPr lang="ko-KR" altLang="en-US"/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E8AD-C7D4-4101-B8A2-32E50F266701}" type="datetimeFigureOut">
              <a:rPr lang="ko-KR" altLang="en-US" smtClean="0"/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05F83-E278-4742-A734-E02B5DD4EEE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513825" y="1874194"/>
            <a:ext cx="27248825" cy="7800101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1513825" y="10475973"/>
            <a:ext cx="13377366" cy="4365887"/>
          </a:xfrm>
        </p:spPr>
        <p:txBody>
          <a:bodyPr anchor="b"/>
          <a:lstStyle>
            <a:lvl1pPr marL="0" indent="0">
              <a:buNone/>
              <a:defRPr sz="10560" b="1"/>
            </a:lvl1pPr>
            <a:lvl2pPr marL="2018665" indent="0">
              <a:buNone/>
              <a:defRPr sz="8875" b="1"/>
            </a:lvl2pPr>
            <a:lvl3pPr marL="4036695" indent="0">
              <a:buNone/>
              <a:defRPr sz="7940" b="1"/>
            </a:lvl3pPr>
            <a:lvl4pPr marL="6055360" indent="0">
              <a:buNone/>
              <a:defRPr sz="7100" b="1"/>
            </a:lvl4pPr>
            <a:lvl5pPr marL="8073390" indent="0">
              <a:buNone/>
              <a:defRPr sz="7100" b="1"/>
            </a:lvl5pPr>
            <a:lvl6pPr marL="10092055" indent="0">
              <a:buNone/>
              <a:defRPr sz="7100" b="1"/>
            </a:lvl6pPr>
            <a:lvl7pPr marL="12110085" indent="0">
              <a:buNone/>
              <a:defRPr sz="7100" b="1"/>
            </a:lvl7pPr>
            <a:lvl8pPr marL="14128750" indent="0">
              <a:buNone/>
              <a:defRPr sz="7100" b="1"/>
            </a:lvl8pPr>
            <a:lvl9pPr marL="16147415" indent="0">
              <a:buNone/>
              <a:defRPr sz="7100" b="1"/>
            </a:lvl9pPr>
          </a:lstStyle>
          <a:p>
            <a:pPr lvl="0"/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1513825" y="14841860"/>
            <a:ext cx="13377366" cy="26964521"/>
          </a:xfrm>
        </p:spPr>
        <p:txBody>
          <a:bodyPr/>
          <a:lstStyle>
            <a:lvl1pPr>
              <a:defRPr sz="10560"/>
            </a:lvl1pPr>
            <a:lvl2pPr>
              <a:defRPr sz="8875"/>
            </a:lvl2pPr>
            <a:lvl3pPr>
              <a:defRPr sz="7940"/>
            </a:lvl3pPr>
            <a:lvl4pPr>
              <a:defRPr sz="7100"/>
            </a:lvl4pPr>
            <a:lvl5pPr>
              <a:defRPr sz="7100"/>
            </a:lvl5pPr>
            <a:lvl6pPr>
              <a:defRPr sz="7100"/>
            </a:lvl6pPr>
            <a:lvl7pPr>
              <a:defRPr sz="7100"/>
            </a:lvl7pPr>
            <a:lvl8pPr>
              <a:defRPr sz="7100"/>
            </a:lvl8pPr>
            <a:lvl9pPr>
              <a:defRPr sz="7100"/>
            </a:lvl9pPr>
          </a:lstStyle>
          <a:p>
            <a:pPr lvl="0"/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/>
            <a:r>
              <a:rPr lang="ko-KR" altLang="en-US"/>
              <a:t>둘째 수준</a:t>
            </a:r>
            <a:endParaRPr lang="ko-KR" altLang="en-US"/>
          </a:p>
          <a:p>
            <a:pPr lvl="2"/>
            <a:r>
              <a:rPr lang="ko-KR" altLang="en-US"/>
              <a:t>셋째 수준</a:t>
            </a:r>
            <a:endParaRPr lang="ko-KR" altLang="en-US"/>
          </a:p>
          <a:p>
            <a:pPr lvl="3"/>
            <a:r>
              <a:rPr lang="ko-KR" altLang="en-US"/>
              <a:t>넷째 수준</a:t>
            </a:r>
            <a:endParaRPr lang="ko-KR" altLang="en-US"/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 hasCustomPrompt="1"/>
          </p:nvPr>
        </p:nvSpPr>
        <p:spPr>
          <a:xfrm>
            <a:off x="15380029" y="10475973"/>
            <a:ext cx="13382621" cy="4365887"/>
          </a:xfrm>
        </p:spPr>
        <p:txBody>
          <a:bodyPr anchor="b"/>
          <a:lstStyle>
            <a:lvl1pPr marL="0" indent="0">
              <a:buNone/>
              <a:defRPr sz="10560" b="1"/>
            </a:lvl1pPr>
            <a:lvl2pPr marL="2018665" indent="0">
              <a:buNone/>
              <a:defRPr sz="8875" b="1"/>
            </a:lvl2pPr>
            <a:lvl3pPr marL="4036695" indent="0">
              <a:buNone/>
              <a:defRPr sz="7940" b="1"/>
            </a:lvl3pPr>
            <a:lvl4pPr marL="6055360" indent="0">
              <a:buNone/>
              <a:defRPr sz="7100" b="1"/>
            </a:lvl4pPr>
            <a:lvl5pPr marL="8073390" indent="0">
              <a:buNone/>
              <a:defRPr sz="7100" b="1"/>
            </a:lvl5pPr>
            <a:lvl6pPr marL="10092055" indent="0">
              <a:buNone/>
              <a:defRPr sz="7100" b="1"/>
            </a:lvl6pPr>
            <a:lvl7pPr marL="12110085" indent="0">
              <a:buNone/>
              <a:defRPr sz="7100" b="1"/>
            </a:lvl7pPr>
            <a:lvl8pPr marL="14128750" indent="0">
              <a:buNone/>
              <a:defRPr sz="7100" b="1"/>
            </a:lvl8pPr>
            <a:lvl9pPr marL="16147415" indent="0">
              <a:buNone/>
              <a:defRPr sz="7100" b="1"/>
            </a:lvl9pPr>
          </a:lstStyle>
          <a:p>
            <a:pPr lvl="0"/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 hasCustomPrompt="1"/>
          </p:nvPr>
        </p:nvSpPr>
        <p:spPr>
          <a:xfrm>
            <a:off x="15380029" y="14841860"/>
            <a:ext cx="13382621" cy="26964521"/>
          </a:xfrm>
        </p:spPr>
        <p:txBody>
          <a:bodyPr/>
          <a:lstStyle>
            <a:lvl1pPr>
              <a:defRPr sz="10560"/>
            </a:lvl1pPr>
            <a:lvl2pPr>
              <a:defRPr sz="8875"/>
            </a:lvl2pPr>
            <a:lvl3pPr>
              <a:defRPr sz="7940"/>
            </a:lvl3pPr>
            <a:lvl4pPr>
              <a:defRPr sz="7100"/>
            </a:lvl4pPr>
            <a:lvl5pPr>
              <a:defRPr sz="7100"/>
            </a:lvl5pPr>
            <a:lvl6pPr>
              <a:defRPr sz="7100"/>
            </a:lvl6pPr>
            <a:lvl7pPr>
              <a:defRPr sz="7100"/>
            </a:lvl7pPr>
            <a:lvl8pPr>
              <a:defRPr sz="7100"/>
            </a:lvl8pPr>
            <a:lvl9pPr>
              <a:defRPr sz="7100"/>
            </a:lvl9pPr>
          </a:lstStyle>
          <a:p>
            <a:pPr lvl="0"/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/>
            <a:r>
              <a:rPr lang="ko-KR" altLang="en-US"/>
              <a:t>둘째 수준</a:t>
            </a:r>
            <a:endParaRPr lang="ko-KR" altLang="en-US"/>
          </a:p>
          <a:p>
            <a:pPr lvl="2"/>
            <a:r>
              <a:rPr lang="ko-KR" altLang="en-US"/>
              <a:t>셋째 수준</a:t>
            </a:r>
            <a:endParaRPr lang="ko-KR" altLang="en-US"/>
          </a:p>
          <a:p>
            <a:pPr lvl="3"/>
            <a:r>
              <a:rPr lang="ko-KR" altLang="en-US"/>
              <a:t>넷째 수준</a:t>
            </a:r>
            <a:endParaRPr lang="ko-KR" altLang="en-US"/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E8AD-C7D4-4101-B8A2-32E50F266701}" type="datetimeFigureOut">
              <a:rPr lang="ko-KR" altLang="en-US" smtClean="0"/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05F83-E278-4742-A734-E02B5DD4EEE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E8AD-C7D4-4101-B8A2-32E50F266701}" type="datetimeFigureOut">
              <a:rPr lang="ko-KR" altLang="en-US" smtClean="0"/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05F83-E278-4742-A734-E02B5DD4EEE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E8AD-C7D4-4101-B8A2-32E50F266701}" type="datetimeFigureOut">
              <a:rPr lang="ko-KR" altLang="en-US" smtClean="0"/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05F83-E278-4742-A734-E02B5DD4EEE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513825" y="1863357"/>
            <a:ext cx="9960751" cy="7930103"/>
          </a:xfrm>
        </p:spPr>
        <p:txBody>
          <a:bodyPr anchor="b"/>
          <a:lstStyle>
            <a:lvl1pPr algn="l">
              <a:defRPr sz="8875" b="1"/>
            </a:lvl1pPr>
          </a:lstStyle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11837259" y="1863360"/>
            <a:ext cx="16925389" cy="39943023"/>
          </a:xfrm>
        </p:spPr>
        <p:txBody>
          <a:bodyPr/>
          <a:lstStyle>
            <a:lvl1pPr>
              <a:defRPr sz="14110"/>
            </a:lvl1pPr>
            <a:lvl2pPr>
              <a:defRPr sz="12335"/>
            </a:lvl2pPr>
            <a:lvl3pPr>
              <a:defRPr sz="10560"/>
            </a:lvl3pPr>
            <a:lvl4pPr>
              <a:defRPr sz="8875"/>
            </a:lvl4pPr>
            <a:lvl5pPr>
              <a:defRPr sz="8875"/>
            </a:lvl5pPr>
            <a:lvl6pPr>
              <a:defRPr sz="8875"/>
            </a:lvl6pPr>
            <a:lvl7pPr>
              <a:defRPr sz="8875"/>
            </a:lvl7pPr>
            <a:lvl8pPr>
              <a:defRPr sz="8875"/>
            </a:lvl8pPr>
            <a:lvl9pPr>
              <a:defRPr sz="8875"/>
            </a:lvl9pPr>
          </a:lstStyle>
          <a:p>
            <a:pPr lvl="0"/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/>
            <a:r>
              <a:rPr lang="ko-KR" altLang="en-US"/>
              <a:t>둘째 수준</a:t>
            </a:r>
            <a:endParaRPr lang="ko-KR" altLang="en-US"/>
          </a:p>
          <a:p>
            <a:pPr lvl="2"/>
            <a:r>
              <a:rPr lang="ko-KR" altLang="en-US"/>
              <a:t>셋째 수준</a:t>
            </a:r>
            <a:endParaRPr lang="ko-KR" altLang="en-US"/>
          </a:p>
          <a:p>
            <a:pPr lvl="3"/>
            <a:r>
              <a:rPr lang="ko-KR" altLang="en-US"/>
              <a:t>넷째 수준</a:t>
            </a:r>
            <a:endParaRPr lang="ko-KR" altLang="en-US"/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1513825" y="9793463"/>
            <a:ext cx="9960751" cy="32012920"/>
          </a:xfrm>
        </p:spPr>
        <p:txBody>
          <a:bodyPr/>
          <a:lstStyle>
            <a:lvl1pPr marL="0" indent="0">
              <a:buNone/>
              <a:defRPr sz="6165"/>
            </a:lvl1pPr>
            <a:lvl2pPr marL="2018665" indent="0">
              <a:buNone/>
              <a:defRPr sz="5325"/>
            </a:lvl2pPr>
            <a:lvl3pPr marL="4036695" indent="0">
              <a:buNone/>
              <a:defRPr sz="4390"/>
            </a:lvl3pPr>
            <a:lvl4pPr marL="6055360" indent="0">
              <a:buNone/>
              <a:defRPr sz="4020"/>
            </a:lvl4pPr>
            <a:lvl5pPr marL="8073390" indent="0">
              <a:buNone/>
              <a:defRPr sz="4020"/>
            </a:lvl5pPr>
            <a:lvl6pPr marL="10092055" indent="0">
              <a:buNone/>
              <a:defRPr sz="4020"/>
            </a:lvl6pPr>
            <a:lvl7pPr marL="12110085" indent="0">
              <a:buNone/>
              <a:defRPr sz="4020"/>
            </a:lvl7pPr>
            <a:lvl8pPr marL="14128750" indent="0">
              <a:buNone/>
              <a:defRPr sz="4020"/>
            </a:lvl8pPr>
            <a:lvl9pPr marL="16147415" indent="0">
              <a:buNone/>
              <a:defRPr sz="4020"/>
            </a:lvl9pPr>
          </a:lstStyle>
          <a:p>
            <a:pPr lvl="0"/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E8AD-C7D4-4101-B8A2-32E50F266701}" type="datetimeFigureOut">
              <a:rPr lang="ko-KR" altLang="en-US" smtClean="0"/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05F83-E278-4742-A734-E02B5DD4EEE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5934401" y="32760426"/>
            <a:ext cx="18165884" cy="3867554"/>
          </a:xfrm>
        </p:spPr>
        <p:txBody>
          <a:bodyPr anchor="b"/>
          <a:lstStyle>
            <a:lvl1pPr algn="l">
              <a:defRPr sz="8875" b="1"/>
            </a:lvl1pPr>
          </a:lstStyle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934401" y="4181721"/>
            <a:ext cx="18165884" cy="28080365"/>
          </a:xfrm>
        </p:spPr>
        <p:txBody>
          <a:bodyPr/>
          <a:lstStyle>
            <a:lvl1pPr marL="0" indent="0">
              <a:buNone/>
              <a:defRPr sz="14110"/>
            </a:lvl1pPr>
            <a:lvl2pPr marL="2018665" indent="0">
              <a:buNone/>
              <a:defRPr sz="12335"/>
            </a:lvl2pPr>
            <a:lvl3pPr marL="4036695" indent="0">
              <a:buNone/>
              <a:defRPr sz="10560"/>
            </a:lvl3pPr>
            <a:lvl4pPr marL="6055360" indent="0">
              <a:buNone/>
              <a:defRPr sz="8875"/>
            </a:lvl4pPr>
            <a:lvl5pPr marL="8073390" indent="0">
              <a:buNone/>
              <a:defRPr sz="8875"/>
            </a:lvl5pPr>
            <a:lvl6pPr marL="10092055" indent="0">
              <a:buNone/>
              <a:defRPr sz="8875"/>
            </a:lvl6pPr>
            <a:lvl7pPr marL="12110085" indent="0">
              <a:buNone/>
              <a:defRPr sz="8875"/>
            </a:lvl7pPr>
            <a:lvl8pPr marL="14128750" indent="0">
              <a:buNone/>
              <a:defRPr sz="8875"/>
            </a:lvl8pPr>
            <a:lvl9pPr marL="16147415" indent="0">
              <a:buNone/>
              <a:defRPr sz="887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5934401" y="36627979"/>
            <a:ext cx="18165884" cy="5492568"/>
          </a:xfrm>
        </p:spPr>
        <p:txBody>
          <a:bodyPr/>
          <a:lstStyle>
            <a:lvl1pPr marL="0" indent="0">
              <a:buNone/>
              <a:defRPr sz="6165"/>
            </a:lvl1pPr>
            <a:lvl2pPr marL="2018665" indent="0">
              <a:buNone/>
              <a:defRPr sz="5325"/>
            </a:lvl2pPr>
            <a:lvl3pPr marL="4036695" indent="0">
              <a:buNone/>
              <a:defRPr sz="4390"/>
            </a:lvl3pPr>
            <a:lvl4pPr marL="6055360" indent="0">
              <a:buNone/>
              <a:defRPr sz="4020"/>
            </a:lvl4pPr>
            <a:lvl5pPr marL="8073390" indent="0">
              <a:buNone/>
              <a:defRPr sz="4020"/>
            </a:lvl5pPr>
            <a:lvl6pPr marL="10092055" indent="0">
              <a:buNone/>
              <a:defRPr sz="4020"/>
            </a:lvl6pPr>
            <a:lvl7pPr marL="12110085" indent="0">
              <a:buNone/>
              <a:defRPr sz="4020"/>
            </a:lvl7pPr>
            <a:lvl8pPr marL="14128750" indent="0">
              <a:buNone/>
              <a:defRPr sz="4020"/>
            </a:lvl8pPr>
            <a:lvl9pPr marL="16147415" indent="0">
              <a:buNone/>
              <a:defRPr sz="4020"/>
            </a:lvl9pPr>
          </a:lstStyle>
          <a:p>
            <a:pPr lvl="0"/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E8AD-C7D4-4101-B8A2-32E50F266701}" type="datetimeFigureOut">
              <a:rPr lang="ko-KR" altLang="en-US" smtClean="0"/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05F83-E278-4742-A734-E02B5DD4EEE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/>
            <a:r>
              <a:rPr lang="ko-KR" altLang="en-US"/>
              <a:t>둘째 수준</a:t>
            </a:r>
            <a:endParaRPr lang="ko-KR" altLang="en-US"/>
          </a:p>
          <a:p>
            <a:pPr lvl="2"/>
            <a:r>
              <a:rPr lang="ko-KR" altLang="en-US"/>
              <a:t>셋째 수준</a:t>
            </a:r>
            <a:endParaRPr lang="ko-KR" altLang="en-US"/>
          </a:p>
          <a:p>
            <a:pPr lvl="3"/>
            <a:r>
              <a:rPr lang="ko-KR" altLang="en-US"/>
              <a:t>넷째 수준</a:t>
            </a:r>
            <a:endParaRPr lang="ko-KR" altLang="en-US"/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E8AD-C7D4-4101-B8A2-32E50F266701}" type="datetimeFigureOut">
              <a:rPr lang="ko-KR" altLang="en-US" smtClean="0"/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05F83-E278-4742-A734-E02B5DD4EEE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hasCustomPrompt="1"/>
          </p:nvPr>
        </p:nvSpPr>
        <p:spPr>
          <a:xfrm>
            <a:off x="77788459" y="11808490"/>
            <a:ext cx="24137077" cy="2515749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 hasCustomPrompt="1"/>
          </p:nvPr>
        </p:nvSpPr>
        <p:spPr>
          <a:xfrm>
            <a:off x="5366719" y="11808490"/>
            <a:ext cx="71917134" cy="2515749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/>
            <a:r>
              <a:rPr lang="ko-KR" altLang="en-US"/>
              <a:t>둘째 수준</a:t>
            </a:r>
            <a:endParaRPr lang="ko-KR" altLang="en-US"/>
          </a:p>
          <a:p>
            <a:pPr lvl="2"/>
            <a:r>
              <a:rPr lang="ko-KR" altLang="en-US"/>
              <a:t>셋째 수준</a:t>
            </a:r>
            <a:endParaRPr lang="ko-KR" altLang="en-US"/>
          </a:p>
          <a:p>
            <a:pPr lvl="3"/>
            <a:r>
              <a:rPr lang="ko-KR" altLang="en-US"/>
              <a:t>넷째 수준</a:t>
            </a:r>
            <a:endParaRPr lang="ko-KR" altLang="en-US"/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E8AD-C7D4-4101-B8A2-32E50F266701}" type="datetimeFigureOut">
              <a:rPr lang="ko-KR" altLang="en-US" smtClean="0"/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05F83-E278-4742-A734-E02B5DD4EEE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 l="-16000" b="-5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513825" y="1874194"/>
            <a:ext cx="27248825" cy="7800101"/>
          </a:xfrm>
          <a:prstGeom prst="rect">
            <a:avLst/>
          </a:prstGeom>
        </p:spPr>
        <p:txBody>
          <a:bodyPr vert="horz" lIns="432054" tIns="216027" rIns="432054" bIns="216027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13825" y="10920145"/>
            <a:ext cx="27248825" cy="30886239"/>
          </a:xfrm>
          <a:prstGeom prst="rect">
            <a:avLst/>
          </a:prstGeom>
        </p:spPr>
        <p:txBody>
          <a:bodyPr vert="horz" lIns="432054" tIns="216027" rIns="432054" bIns="216027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/>
            <a:r>
              <a:rPr lang="ko-KR" altLang="en-US"/>
              <a:t>둘째 수준</a:t>
            </a:r>
            <a:endParaRPr lang="ko-KR" altLang="en-US"/>
          </a:p>
          <a:p>
            <a:pPr lvl="2"/>
            <a:r>
              <a:rPr lang="ko-KR" altLang="en-US"/>
              <a:t>셋째 수준</a:t>
            </a:r>
            <a:endParaRPr lang="ko-KR" altLang="en-US"/>
          </a:p>
          <a:p>
            <a:pPr lvl="3"/>
            <a:r>
              <a:rPr lang="ko-KR" altLang="en-US"/>
              <a:t>넷째 수준</a:t>
            </a:r>
            <a:endParaRPr lang="ko-KR" altLang="en-US"/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513825" y="43377234"/>
            <a:ext cx="7064510" cy="2491699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l">
              <a:defRPr sz="5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6E8AD-C7D4-4101-B8A2-32E50F266701}" type="datetimeFigureOut">
              <a:rPr lang="ko-KR" altLang="en-US" smtClean="0"/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344462" y="43377234"/>
            <a:ext cx="9587550" cy="2491699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ctr">
              <a:defRPr sz="5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1698139" y="43377234"/>
            <a:ext cx="7064510" cy="2491699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r">
              <a:defRPr sz="5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05F83-E278-4742-A734-E02B5DD4EEEF}" type="slidenum">
              <a:rPr lang="ko-KR" altLang="en-US" smtClean="0"/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036695" rtl="0" eaLnBrk="1" latinLnBrk="1" hangingPunct="1">
        <a:spcBef>
          <a:spcPct val="0"/>
        </a:spcBef>
        <a:buNone/>
        <a:defRPr sz="194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3840" indent="-1513840" algn="l" defTabSz="4036695" rtl="0" eaLnBrk="1" latinLnBrk="1" hangingPunct="1">
        <a:spcBef>
          <a:spcPts val="90"/>
        </a:spcBef>
        <a:buFont typeface="Arial" panose="020B0604020202020204" pitchFamily="34" charset="0"/>
        <a:buChar char="•"/>
        <a:defRPr sz="14110" kern="1200">
          <a:solidFill>
            <a:schemeClr val="tx1"/>
          </a:solidFill>
          <a:latin typeface="+mn-lt"/>
          <a:ea typeface="+mn-ea"/>
          <a:cs typeface="+mn-cs"/>
        </a:defRPr>
      </a:lvl1pPr>
      <a:lvl2pPr marL="3279775" indent="-1261110" algn="l" defTabSz="4036695" rtl="0" eaLnBrk="1" latinLnBrk="1" hangingPunct="1">
        <a:spcBef>
          <a:spcPts val="90"/>
        </a:spcBef>
        <a:buFont typeface="Arial" panose="020B0604020202020204" pitchFamily="34" charset="0"/>
        <a:buChar char="–"/>
        <a:defRPr sz="12335" kern="1200">
          <a:solidFill>
            <a:schemeClr val="tx1"/>
          </a:solidFill>
          <a:latin typeface="+mn-lt"/>
          <a:ea typeface="+mn-ea"/>
          <a:cs typeface="+mn-cs"/>
        </a:defRPr>
      </a:lvl2pPr>
      <a:lvl3pPr marL="5045710" indent="-1009015" algn="l" defTabSz="4036695" rtl="0" eaLnBrk="1" latinLnBrk="1" hangingPunct="1">
        <a:spcBef>
          <a:spcPts val="90"/>
        </a:spcBef>
        <a:buFont typeface="Arial" panose="020B0604020202020204" pitchFamily="34" charset="0"/>
        <a:buChar char="•"/>
        <a:defRPr sz="10560" kern="1200">
          <a:solidFill>
            <a:schemeClr val="tx1"/>
          </a:solidFill>
          <a:latin typeface="+mn-lt"/>
          <a:ea typeface="+mn-ea"/>
          <a:cs typeface="+mn-cs"/>
        </a:defRPr>
      </a:lvl3pPr>
      <a:lvl4pPr marL="7064375" indent="-1009015" algn="l" defTabSz="4036695" rtl="0" eaLnBrk="1" latinLnBrk="1" hangingPunct="1">
        <a:spcBef>
          <a:spcPts val="90"/>
        </a:spcBef>
        <a:buFont typeface="Arial" panose="020B0604020202020204" pitchFamily="34" charset="0"/>
        <a:buChar char="–"/>
        <a:defRPr sz="8875" kern="1200">
          <a:solidFill>
            <a:schemeClr val="tx1"/>
          </a:solidFill>
          <a:latin typeface="+mn-lt"/>
          <a:ea typeface="+mn-ea"/>
          <a:cs typeface="+mn-cs"/>
        </a:defRPr>
      </a:lvl4pPr>
      <a:lvl5pPr marL="9083040" indent="-1009015" algn="l" defTabSz="4036695" rtl="0" eaLnBrk="1" latinLnBrk="1" hangingPunct="1">
        <a:spcBef>
          <a:spcPts val="90"/>
        </a:spcBef>
        <a:buFont typeface="Arial" panose="020B0604020202020204" pitchFamily="34" charset="0"/>
        <a:buChar char="»"/>
        <a:defRPr sz="8875" kern="1200">
          <a:solidFill>
            <a:schemeClr val="tx1"/>
          </a:solidFill>
          <a:latin typeface="+mn-lt"/>
          <a:ea typeface="+mn-ea"/>
          <a:cs typeface="+mn-cs"/>
        </a:defRPr>
      </a:lvl5pPr>
      <a:lvl6pPr marL="11101070" indent="-1009015" algn="l" defTabSz="4036695" rtl="0" eaLnBrk="1" latinLnBrk="1" hangingPunct="1">
        <a:spcBef>
          <a:spcPts val="90"/>
        </a:spcBef>
        <a:buFont typeface="Arial" panose="020B0604020202020204" pitchFamily="34" charset="0"/>
        <a:buChar char="•"/>
        <a:defRPr sz="8875" kern="1200">
          <a:solidFill>
            <a:schemeClr val="tx1"/>
          </a:solidFill>
          <a:latin typeface="+mn-lt"/>
          <a:ea typeface="+mn-ea"/>
          <a:cs typeface="+mn-cs"/>
        </a:defRPr>
      </a:lvl6pPr>
      <a:lvl7pPr marL="13119735" indent="-1009015" algn="l" defTabSz="4036695" rtl="0" eaLnBrk="1" latinLnBrk="1" hangingPunct="1">
        <a:spcBef>
          <a:spcPts val="90"/>
        </a:spcBef>
        <a:buFont typeface="Arial" panose="020B0604020202020204" pitchFamily="34" charset="0"/>
        <a:buChar char="•"/>
        <a:defRPr sz="8875" kern="1200">
          <a:solidFill>
            <a:schemeClr val="tx1"/>
          </a:solidFill>
          <a:latin typeface="+mn-lt"/>
          <a:ea typeface="+mn-ea"/>
          <a:cs typeface="+mn-cs"/>
        </a:defRPr>
      </a:lvl7pPr>
      <a:lvl8pPr marL="15137765" indent="-1009015" algn="l" defTabSz="4036695" rtl="0" eaLnBrk="1" latinLnBrk="1" hangingPunct="1">
        <a:spcBef>
          <a:spcPts val="90"/>
        </a:spcBef>
        <a:buFont typeface="Arial" panose="020B0604020202020204" pitchFamily="34" charset="0"/>
        <a:buChar char="•"/>
        <a:defRPr sz="8875" kern="1200">
          <a:solidFill>
            <a:schemeClr val="tx1"/>
          </a:solidFill>
          <a:latin typeface="+mn-lt"/>
          <a:ea typeface="+mn-ea"/>
          <a:cs typeface="+mn-cs"/>
        </a:defRPr>
      </a:lvl8pPr>
      <a:lvl9pPr marL="17156430" indent="-1009015" algn="l" defTabSz="4036695" rtl="0" eaLnBrk="1" latinLnBrk="1" hangingPunct="1">
        <a:spcBef>
          <a:spcPts val="90"/>
        </a:spcBef>
        <a:buFont typeface="Arial" panose="020B0604020202020204" pitchFamily="34" charset="0"/>
        <a:buChar char="•"/>
        <a:defRPr sz="88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4036695" rtl="0" eaLnBrk="1" latinLnBrk="1" hangingPunct="1">
        <a:defRPr sz="7940" kern="1200">
          <a:solidFill>
            <a:schemeClr val="tx1"/>
          </a:solidFill>
          <a:latin typeface="+mn-lt"/>
          <a:ea typeface="+mn-ea"/>
          <a:cs typeface="+mn-cs"/>
        </a:defRPr>
      </a:lvl1pPr>
      <a:lvl2pPr marL="2018665" algn="l" defTabSz="4036695" rtl="0" eaLnBrk="1" latinLnBrk="1" hangingPunct="1">
        <a:defRPr sz="7940" kern="1200">
          <a:solidFill>
            <a:schemeClr val="tx1"/>
          </a:solidFill>
          <a:latin typeface="+mn-lt"/>
          <a:ea typeface="+mn-ea"/>
          <a:cs typeface="+mn-cs"/>
        </a:defRPr>
      </a:lvl2pPr>
      <a:lvl3pPr marL="4036695" algn="l" defTabSz="4036695" rtl="0" eaLnBrk="1" latinLnBrk="1" hangingPunct="1">
        <a:defRPr sz="7940" kern="1200">
          <a:solidFill>
            <a:schemeClr val="tx1"/>
          </a:solidFill>
          <a:latin typeface="+mn-lt"/>
          <a:ea typeface="+mn-ea"/>
          <a:cs typeface="+mn-cs"/>
        </a:defRPr>
      </a:lvl3pPr>
      <a:lvl4pPr marL="6055360" algn="l" defTabSz="4036695" rtl="0" eaLnBrk="1" latinLnBrk="1" hangingPunct="1">
        <a:defRPr sz="7940" kern="1200">
          <a:solidFill>
            <a:schemeClr val="tx1"/>
          </a:solidFill>
          <a:latin typeface="+mn-lt"/>
          <a:ea typeface="+mn-ea"/>
          <a:cs typeface="+mn-cs"/>
        </a:defRPr>
      </a:lvl4pPr>
      <a:lvl5pPr marL="8073390" algn="l" defTabSz="4036695" rtl="0" eaLnBrk="1" latinLnBrk="1" hangingPunct="1">
        <a:defRPr sz="7940" kern="1200">
          <a:solidFill>
            <a:schemeClr val="tx1"/>
          </a:solidFill>
          <a:latin typeface="+mn-lt"/>
          <a:ea typeface="+mn-ea"/>
          <a:cs typeface="+mn-cs"/>
        </a:defRPr>
      </a:lvl5pPr>
      <a:lvl6pPr marL="10092055" algn="l" defTabSz="4036695" rtl="0" eaLnBrk="1" latinLnBrk="1" hangingPunct="1">
        <a:defRPr sz="7940" kern="1200">
          <a:solidFill>
            <a:schemeClr val="tx1"/>
          </a:solidFill>
          <a:latin typeface="+mn-lt"/>
          <a:ea typeface="+mn-ea"/>
          <a:cs typeface="+mn-cs"/>
        </a:defRPr>
      </a:lvl6pPr>
      <a:lvl7pPr marL="12110085" algn="l" defTabSz="4036695" rtl="0" eaLnBrk="1" latinLnBrk="1" hangingPunct="1">
        <a:defRPr sz="7940" kern="1200">
          <a:solidFill>
            <a:schemeClr val="tx1"/>
          </a:solidFill>
          <a:latin typeface="+mn-lt"/>
          <a:ea typeface="+mn-ea"/>
          <a:cs typeface="+mn-cs"/>
        </a:defRPr>
      </a:lvl7pPr>
      <a:lvl8pPr marL="14128750" algn="l" defTabSz="4036695" rtl="0" eaLnBrk="1" latinLnBrk="1" hangingPunct="1">
        <a:defRPr sz="7940" kern="1200">
          <a:solidFill>
            <a:schemeClr val="tx1"/>
          </a:solidFill>
          <a:latin typeface="+mn-lt"/>
          <a:ea typeface="+mn-ea"/>
          <a:cs typeface="+mn-cs"/>
        </a:defRPr>
      </a:lvl8pPr>
      <a:lvl9pPr marL="16147415" algn="l" defTabSz="4036695" rtl="0" eaLnBrk="1" latinLnBrk="1" hangingPunct="1">
        <a:defRPr sz="79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1.bin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7" Type="http://schemas.openxmlformats.org/officeDocument/2006/relationships/notesSlide" Target="../notesSlides/notesSlide1.xml"/><Relationship Id="rId46" Type="http://schemas.openxmlformats.org/officeDocument/2006/relationships/vmlDrawing" Target="../drawings/vmlDrawing1.vml"/><Relationship Id="rId45" Type="http://schemas.openxmlformats.org/officeDocument/2006/relationships/slideLayout" Target="../slideLayouts/slideLayout1.xml"/><Relationship Id="rId44" Type="http://schemas.openxmlformats.org/officeDocument/2006/relationships/image" Target="../media/image28.png"/><Relationship Id="rId43" Type="http://schemas.openxmlformats.org/officeDocument/2006/relationships/image" Target="../media/image27.wmf"/><Relationship Id="rId42" Type="http://schemas.openxmlformats.org/officeDocument/2006/relationships/oleObject" Target="../embeddings/oleObject17.bin"/><Relationship Id="rId41" Type="http://schemas.openxmlformats.org/officeDocument/2006/relationships/image" Target="../media/image26.wmf"/><Relationship Id="rId40" Type="http://schemas.openxmlformats.org/officeDocument/2006/relationships/oleObject" Target="../embeddings/oleObject16.bin"/><Relationship Id="rId4" Type="http://schemas.openxmlformats.org/officeDocument/2006/relationships/image" Target="../media/image5.png"/><Relationship Id="rId39" Type="http://schemas.openxmlformats.org/officeDocument/2006/relationships/image" Target="../media/image25.wmf"/><Relationship Id="rId38" Type="http://schemas.openxmlformats.org/officeDocument/2006/relationships/oleObject" Target="../embeddings/oleObject15.bin"/><Relationship Id="rId37" Type="http://schemas.openxmlformats.org/officeDocument/2006/relationships/image" Target="../media/image24.wmf"/><Relationship Id="rId36" Type="http://schemas.openxmlformats.org/officeDocument/2006/relationships/oleObject" Target="../embeddings/oleObject14.bin"/><Relationship Id="rId35" Type="http://schemas.openxmlformats.org/officeDocument/2006/relationships/image" Target="../media/image23.wmf"/><Relationship Id="rId34" Type="http://schemas.openxmlformats.org/officeDocument/2006/relationships/oleObject" Target="../embeddings/oleObject13.bin"/><Relationship Id="rId33" Type="http://schemas.openxmlformats.org/officeDocument/2006/relationships/image" Target="../media/image22.wmf"/><Relationship Id="rId32" Type="http://schemas.openxmlformats.org/officeDocument/2006/relationships/oleObject" Target="../embeddings/oleObject12.bin"/><Relationship Id="rId31" Type="http://schemas.openxmlformats.org/officeDocument/2006/relationships/oleObject" Target="../embeddings/oleObject11.bin"/><Relationship Id="rId30" Type="http://schemas.openxmlformats.org/officeDocument/2006/relationships/image" Target="../media/image21.png"/><Relationship Id="rId3" Type="http://schemas.openxmlformats.org/officeDocument/2006/relationships/image" Target="../media/image4.png"/><Relationship Id="rId29" Type="http://schemas.openxmlformats.org/officeDocument/2006/relationships/image" Target="../media/image20.wmf"/><Relationship Id="rId28" Type="http://schemas.openxmlformats.org/officeDocument/2006/relationships/oleObject" Target="../embeddings/oleObject10.bin"/><Relationship Id="rId27" Type="http://schemas.openxmlformats.org/officeDocument/2006/relationships/image" Target="../media/image19.wmf"/><Relationship Id="rId26" Type="http://schemas.openxmlformats.org/officeDocument/2006/relationships/oleObject" Target="../embeddings/oleObject9.bin"/><Relationship Id="rId25" Type="http://schemas.openxmlformats.org/officeDocument/2006/relationships/image" Target="../media/image18.wmf"/><Relationship Id="rId24" Type="http://schemas.openxmlformats.org/officeDocument/2006/relationships/oleObject" Target="../embeddings/oleObject8.bin"/><Relationship Id="rId23" Type="http://schemas.openxmlformats.org/officeDocument/2006/relationships/image" Target="../media/image17.png"/><Relationship Id="rId22" Type="http://schemas.openxmlformats.org/officeDocument/2006/relationships/image" Target="../media/image16.png"/><Relationship Id="rId21" Type="http://schemas.openxmlformats.org/officeDocument/2006/relationships/image" Target="../media/image15.png"/><Relationship Id="rId20" Type="http://schemas.openxmlformats.org/officeDocument/2006/relationships/image" Target="../media/image14.wmf"/><Relationship Id="rId2" Type="http://schemas.openxmlformats.org/officeDocument/2006/relationships/image" Target="../media/image3.png"/><Relationship Id="rId19" Type="http://schemas.openxmlformats.org/officeDocument/2006/relationships/oleObject" Target="../embeddings/oleObject7.bin"/><Relationship Id="rId18" Type="http://schemas.openxmlformats.org/officeDocument/2006/relationships/image" Target="../media/image13.wmf"/><Relationship Id="rId17" Type="http://schemas.openxmlformats.org/officeDocument/2006/relationships/oleObject" Target="../embeddings/oleObject6.bin"/><Relationship Id="rId16" Type="http://schemas.openxmlformats.org/officeDocument/2006/relationships/image" Target="../media/image12.wmf"/><Relationship Id="rId15" Type="http://schemas.openxmlformats.org/officeDocument/2006/relationships/oleObject" Target="../embeddings/oleObject5.bin"/><Relationship Id="rId14" Type="http://schemas.openxmlformats.org/officeDocument/2006/relationships/image" Target="../media/image11.wmf"/><Relationship Id="rId13" Type="http://schemas.openxmlformats.org/officeDocument/2006/relationships/oleObject" Target="../embeddings/oleObject4.bin"/><Relationship Id="rId12" Type="http://schemas.openxmlformats.org/officeDocument/2006/relationships/image" Target="../media/image10.wmf"/><Relationship Id="rId11" Type="http://schemas.openxmlformats.org/officeDocument/2006/relationships/oleObject" Target="../embeddings/oleObject3.bin"/><Relationship Id="rId10" Type="http://schemas.openxmlformats.org/officeDocument/2006/relationships/image" Target="../media/image9.wmf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标题 7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35" name="모서리가 둥근 직사각형 1072"/>
          <p:cNvSpPr/>
          <p:nvPr/>
        </p:nvSpPr>
        <p:spPr>
          <a:xfrm>
            <a:off x="1786255" y="14295120"/>
            <a:ext cx="26563955" cy="8858250"/>
          </a:xfrm>
          <a:prstGeom prst="roundRect">
            <a:avLst>
              <a:gd name="adj" fmla="val 6794"/>
            </a:avLst>
          </a:prstGeom>
          <a:solidFill>
            <a:schemeClr val="accent1">
              <a:lumMod val="50000"/>
            </a:schemeClr>
          </a:solidFill>
          <a:ln w="28575" cmpd="sng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431863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940" dirty="0"/>
              <a:t> </a:t>
            </a:r>
            <a:endParaRPr kumimoji="0" lang="ko-KR" altLang="en-US" sz="7940" dirty="0"/>
          </a:p>
        </p:txBody>
      </p:sp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397375" y="1158875"/>
            <a:ext cx="3761105" cy="12598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Text Box 34"/>
          <p:cNvSpPr txBox="1">
            <a:spLocks noChangeArrowheads="1"/>
          </p:cNvSpPr>
          <p:nvPr/>
        </p:nvSpPr>
        <p:spPr bwMode="auto">
          <a:xfrm>
            <a:off x="-1676958" y="5226747"/>
            <a:ext cx="33572296" cy="24104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>
              <a:spcBef>
                <a:spcPts val="5400"/>
              </a:spcBef>
              <a:defRPr/>
            </a:pPr>
            <a:endParaRPr lang="en-US" altLang="ko-KR" sz="1310" b="1" cap="all" dirty="0">
              <a:solidFill>
                <a:srgbClr val="FFC000"/>
              </a:solidFill>
              <a:ea typeface="신명조" charset="-127"/>
              <a:cs typeface="Arial" panose="020B0604020202020204" pitchFamily="34" charset="0"/>
            </a:endParaRPr>
          </a:p>
          <a:p>
            <a:pPr algn="ctr" eaLnBrk="0" latin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en-AU" sz="3365" b="1" cap="all" dirty="0">
                <a:solidFill>
                  <a:schemeClr val="bg1"/>
                </a:solidFill>
              </a:rPr>
              <a:t>MINGGE ZHAO</a:t>
            </a:r>
            <a:r>
              <a:rPr lang="en-AU" sz="3365" b="1" cap="all" dirty="0">
                <a:solidFill>
                  <a:schemeClr val="bg1"/>
                </a:solidFill>
              </a:rPr>
              <a:t>, </a:t>
            </a:r>
            <a:r>
              <a:rPr lang="en-US" altLang="en-AU" sz="3365" b="1" cap="all" dirty="0">
                <a:solidFill>
                  <a:schemeClr val="bg1"/>
                </a:solidFill>
              </a:rPr>
              <a:t>XINYUE ZHANG,</a:t>
            </a:r>
            <a:r>
              <a:rPr lang="en-US" altLang="ko-KR" sz="3365" b="1" cap="all" dirty="0">
                <a:solidFill>
                  <a:schemeClr val="bg1"/>
                </a:solidFill>
              </a:rPr>
              <a:t> </a:t>
            </a:r>
            <a:r>
              <a:rPr lang="en-AU" sz="3365" b="1" cap="all" dirty="0">
                <a:solidFill>
                  <a:schemeClr val="bg1"/>
                </a:solidFill>
              </a:rPr>
              <a:t>Junhan Cho</a:t>
            </a:r>
            <a:r>
              <a:rPr lang="en-US" altLang="ko-KR" sz="3365" b="1" cap="all" dirty="0">
                <a:solidFill>
                  <a:schemeClr val="bg1"/>
                </a:solidFill>
                <a:ea typeface="신명조" charset="-127"/>
                <a:cs typeface="Arial" panose="020B0604020202020204" pitchFamily="34" charset="0"/>
              </a:rPr>
              <a:t>*</a:t>
            </a:r>
            <a:endParaRPr lang="en-US" altLang="ko-KR" sz="3365" b="1" cap="all" dirty="0">
              <a:solidFill>
                <a:schemeClr val="bg1"/>
              </a:solidFill>
              <a:ea typeface="신명조" charset="-127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altLang="ko-KR" sz="3365" b="1" cap="all" dirty="0">
                <a:solidFill>
                  <a:schemeClr val="bg1"/>
                </a:solidFill>
                <a:ea typeface="신명조" charset="-127"/>
                <a:cs typeface="Arial" panose="020B0604020202020204" pitchFamily="34" charset="0"/>
              </a:rPr>
              <a:t>* </a:t>
            </a:r>
            <a:r>
              <a:rPr lang="en-AU" sz="3365" b="1" cap="all" dirty="0">
                <a:solidFill>
                  <a:schemeClr val="bg1"/>
                </a:solidFill>
              </a:rPr>
              <a:t>Department of Polymer Science and Engineering, </a:t>
            </a:r>
            <a:r>
              <a:rPr lang="en-AU" sz="3365" b="1" cap="all" dirty="0" err="1">
                <a:solidFill>
                  <a:schemeClr val="bg1"/>
                </a:solidFill>
              </a:rPr>
              <a:t>Dankook</a:t>
            </a:r>
            <a:r>
              <a:rPr lang="en-AU" sz="3365" b="1" cap="all" dirty="0">
                <a:solidFill>
                  <a:schemeClr val="bg1"/>
                </a:solidFill>
              </a:rPr>
              <a:t> University</a:t>
            </a:r>
            <a:endParaRPr lang="en-US" altLang="ko-KR" sz="3175" b="1" cap="all" dirty="0">
              <a:solidFill>
                <a:schemeClr val="bg1"/>
              </a:solidFill>
            </a:endParaRPr>
          </a:p>
          <a:p>
            <a:pPr algn="ctr">
              <a:defRPr/>
            </a:pPr>
            <a:endParaRPr lang="en-US" altLang="ko-KR" sz="3175" b="1" cap="all" dirty="0">
              <a:solidFill>
                <a:schemeClr val="bg1"/>
              </a:solidFill>
            </a:endParaRPr>
          </a:p>
          <a:p>
            <a:pPr algn="ctr">
              <a:defRPr/>
            </a:pPr>
            <a:r>
              <a:rPr lang="en-US" altLang="ko-KR" sz="3175" b="1" cap="all" dirty="0">
                <a:solidFill>
                  <a:schemeClr val="bg1"/>
                </a:solidFill>
              </a:rPr>
              <a:t>*Correspondence: jhcho@dankook.ac.kr</a:t>
            </a:r>
            <a:endParaRPr lang="en-US" altLang="ko-KR" sz="3175" b="1" cap="all" dirty="0">
              <a:solidFill>
                <a:schemeClr val="bg1"/>
              </a:solidFill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1785975" y="13138216"/>
            <a:ext cx="26656583" cy="94192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5045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</a:rPr>
              <a:t>Introduction</a:t>
            </a:r>
            <a:endParaRPr lang="en-US" altLang="ko-KR" sz="5045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002060"/>
              </a:solidFill>
            </a:endParaRPr>
          </a:p>
        </p:txBody>
      </p:sp>
      <p:sp>
        <p:nvSpPr>
          <p:cNvPr id="14" name="모서리가 둥근 직사각형 1072"/>
          <p:cNvSpPr/>
          <p:nvPr/>
        </p:nvSpPr>
        <p:spPr>
          <a:xfrm>
            <a:off x="1785620" y="24641810"/>
            <a:ext cx="26658570" cy="14836140"/>
          </a:xfrm>
          <a:prstGeom prst="roundRect">
            <a:avLst>
              <a:gd name="adj" fmla="val 6794"/>
            </a:avLst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50000"/>
                        <a:satMod val="300000"/>
                      </a:schemeClr>
                    </a:gs>
                    <a:gs pos="35000">
                      <a:schemeClr val="accent1">
                        <a:tint val="37000"/>
                        <a:satMod val="300000"/>
                      </a:schemeClr>
                    </a:gs>
                    <a:gs pos="100000">
                      <a:schemeClr val="accent1">
                        <a:tint val="15000"/>
                        <a:satMod val="350000"/>
                      </a:schemeClr>
                    </a:gs>
                  </a:gsLst>
                  <a:lin ang="16200000" scaled="1"/>
                </a:gradFill>
              </a14:hiddenFill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4318635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2000" dirty="0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1750060" y="39735125"/>
            <a:ext cx="26693495" cy="94234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5045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</a:rPr>
              <a:t>Conclusion</a:t>
            </a:r>
            <a:endParaRPr lang="en-US" altLang="ko-KR" sz="5045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002060"/>
              </a:solidFill>
            </a:endParaRPr>
          </a:p>
        </p:txBody>
      </p:sp>
      <p:sp>
        <p:nvSpPr>
          <p:cNvPr id="18" name="모서리가 둥근 직사각형 1072"/>
          <p:cNvSpPr/>
          <p:nvPr/>
        </p:nvSpPr>
        <p:spPr>
          <a:xfrm>
            <a:off x="1729105" y="40951150"/>
            <a:ext cx="26775410" cy="3347720"/>
          </a:xfrm>
          <a:prstGeom prst="roundRect">
            <a:avLst>
              <a:gd name="adj" fmla="val 6794"/>
            </a:avLst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50000"/>
                        <a:satMod val="300000"/>
                      </a:schemeClr>
                    </a:gs>
                    <a:gs pos="35000">
                      <a:schemeClr val="accent1">
                        <a:tint val="37000"/>
                        <a:satMod val="300000"/>
                      </a:schemeClr>
                    </a:gs>
                    <a:gs pos="100000">
                      <a:schemeClr val="accent1">
                        <a:tint val="15000"/>
                        <a:satMod val="350000"/>
                      </a:schemeClr>
                    </a:gs>
                  </a:gsLst>
                  <a:lin ang="16200000" scaled="1"/>
                </a:gradFill>
              </a14:hiddenFill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4318635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7940"/>
          </a:p>
        </p:txBody>
      </p:sp>
      <p:sp>
        <p:nvSpPr>
          <p:cNvPr id="24" name="Rectangle 1028"/>
          <p:cNvSpPr>
            <a:spLocks noChangeArrowheads="1"/>
          </p:cNvSpPr>
          <p:nvPr/>
        </p:nvSpPr>
        <p:spPr bwMode="auto">
          <a:xfrm>
            <a:off x="2467613" y="13368867"/>
            <a:ext cx="8258838" cy="6333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endParaRPr lang="en-US" altLang="ko-KR" sz="2615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438152" y="5454387"/>
            <a:ext cx="29468690" cy="12420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endParaRPr lang="ko-KR" altLang="en-US" sz="7475" spc="-150" dirty="0">
              <a:ln>
                <a:solidFill>
                  <a:srgbClr val="4705CB"/>
                </a:solidFill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1" name="직사각형 170"/>
          <p:cNvSpPr/>
          <p:nvPr/>
        </p:nvSpPr>
        <p:spPr>
          <a:xfrm>
            <a:off x="1877112" y="3122262"/>
            <a:ext cx="26473373" cy="2122805"/>
          </a:xfrm>
          <a:prstGeom prst="rect">
            <a:avLst/>
          </a:prstGeom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ko-KR" altLang="en-US" sz="6600" b="1">
                <a:ln w="38100">
                  <a:solidFill>
                    <a:srgbClr val="FFC000"/>
                  </a:solidFill>
                </a:ln>
                <a:solidFill>
                  <a:srgbClr val="FFC000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</a:rPr>
              <a:t>Landau이론을 이용한 상반된 전하를 갖는 고분자 전해질 </a:t>
            </a:r>
            <a:endParaRPr lang="ko-KR" altLang="en-US" sz="6600" b="1">
              <a:ln w="38100">
                <a:solidFill>
                  <a:srgbClr val="FFC000"/>
                </a:solidFill>
              </a:ln>
              <a:solidFill>
                <a:srgbClr val="FFC000"/>
              </a:solidFill>
              <a:latin typeface="Malgun Gothic" panose="020B0503020000020004" charset="-127"/>
              <a:ea typeface="Malgun Gothic" panose="020B0503020000020004" charset="-127"/>
              <a:cs typeface="Malgun Gothic" panose="020B0503020000020004" charset="-127"/>
            </a:endParaRPr>
          </a:p>
          <a:p>
            <a:pPr algn="ctr"/>
            <a:r>
              <a:rPr lang="ko-KR" altLang="en-US" sz="6600" b="1">
                <a:ln w="38100">
                  <a:solidFill>
                    <a:srgbClr val="FFC000"/>
                  </a:solidFill>
                </a:ln>
                <a:solidFill>
                  <a:srgbClr val="FFC000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</a:rPr>
              <a:t>블렌드의 상 거동 연구</a:t>
            </a:r>
            <a:r>
              <a:rPr lang="ko-KR" altLang="en-US" sz="6600" b="1" dirty="0">
                <a:ln w="38100"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</a:rPr>
              <a:t> </a:t>
            </a:r>
            <a:endParaRPr lang="ko-KR" altLang="en-US" sz="6600" b="1" dirty="0">
              <a:ln w="38100">
                <a:solidFill>
                  <a:sysClr val="windowText" lastClr="000000"/>
                </a:solidFill>
              </a:ln>
              <a:solidFill>
                <a:srgbClr val="FFC000"/>
              </a:solidFill>
              <a:latin typeface="Malgun Gothic" panose="020B0503020000020004" charset="-127"/>
              <a:ea typeface="Malgun Gothic" panose="020B0503020000020004" charset="-127"/>
              <a:cs typeface="Malgun Gothic" panose="020B0503020000020004" charset="-127"/>
            </a:endParaRPr>
          </a:p>
        </p:txBody>
      </p:sp>
      <p:sp>
        <p:nvSpPr>
          <p:cNvPr id="19" name="Rectangle 1351"/>
          <p:cNvSpPr>
            <a:spLocks noChangeArrowheads="1"/>
          </p:cNvSpPr>
          <p:nvPr/>
        </p:nvSpPr>
        <p:spPr bwMode="auto">
          <a:xfrm>
            <a:off x="0" y="2562866"/>
            <a:ext cx="297180" cy="13061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85435" tIns="42717" rIns="85435" bIns="42717" numCol="1" anchor="ctr" anchorCtr="0" compatLnSpc="1">
            <a:spAutoFit/>
          </a:bodyPr>
          <a:lstStyle/>
          <a:p>
            <a:endParaRPr lang="zh-CN" altLang="en-US" sz="7940"/>
          </a:p>
        </p:txBody>
      </p:sp>
      <p:sp>
        <p:nvSpPr>
          <p:cNvPr id="2377" name="Rectangle 1353"/>
          <p:cNvSpPr>
            <a:spLocks noChangeArrowheads="1"/>
          </p:cNvSpPr>
          <p:nvPr/>
        </p:nvSpPr>
        <p:spPr bwMode="auto">
          <a:xfrm>
            <a:off x="0" y="2562866"/>
            <a:ext cx="297180" cy="13061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85435" tIns="42717" rIns="85435" bIns="42717" numCol="1" anchor="ctr" anchorCtr="0" compatLnSpc="1">
            <a:spAutoFit/>
          </a:bodyPr>
          <a:lstStyle/>
          <a:p>
            <a:endParaRPr lang="zh-CN" altLang="en-US" sz="7940"/>
          </a:p>
        </p:txBody>
      </p:sp>
      <p:sp>
        <p:nvSpPr>
          <p:cNvPr id="2379" name="Rectangle 1355"/>
          <p:cNvSpPr>
            <a:spLocks noChangeArrowheads="1"/>
          </p:cNvSpPr>
          <p:nvPr/>
        </p:nvSpPr>
        <p:spPr bwMode="auto">
          <a:xfrm>
            <a:off x="0" y="2776456"/>
            <a:ext cx="297180" cy="13061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85435" tIns="42717" rIns="85435" bIns="42717" numCol="1" anchor="ctr" anchorCtr="0" compatLnSpc="1">
            <a:spAutoFit/>
          </a:bodyPr>
          <a:lstStyle/>
          <a:p>
            <a:endParaRPr lang="zh-CN" altLang="en-US" sz="7940"/>
          </a:p>
        </p:txBody>
      </p:sp>
      <p:sp>
        <p:nvSpPr>
          <p:cNvPr id="2380" name="Rectangle 1356"/>
          <p:cNvSpPr>
            <a:spLocks noChangeArrowheads="1"/>
          </p:cNvSpPr>
          <p:nvPr/>
        </p:nvSpPr>
        <p:spPr bwMode="auto">
          <a:xfrm>
            <a:off x="0" y="4106358"/>
            <a:ext cx="297180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85435" tIns="42717" rIns="85435" bIns="42717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68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83" name="Rectangle 1359"/>
          <p:cNvSpPr>
            <a:spLocks noChangeArrowheads="1"/>
          </p:cNvSpPr>
          <p:nvPr/>
        </p:nvSpPr>
        <p:spPr bwMode="auto">
          <a:xfrm>
            <a:off x="0" y="4106358"/>
            <a:ext cx="297180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85435" tIns="42717" rIns="85435" bIns="42717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68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86" name="Rectangle 1362"/>
          <p:cNvSpPr>
            <a:spLocks noChangeArrowheads="1"/>
          </p:cNvSpPr>
          <p:nvPr/>
        </p:nvSpPr>
        <p:spPr bwMode="auto">
          <a:xfrm>
            <a:off x="0" y="4106358"/>
            <a:ext cx="297180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85435" tIns="42717" rIns="85435" bIns="42717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68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89" name="Rectangle 1365"/>
          <p:cNvSpPr>
            <a:spLocks noChangeArrowheads="1"/>
          </p:cNvSpPr>
          <p:nvPr/>
        </p:nvSpPr>
        <p:spPr bwMode="auto">
          <a:xfrm>
            <a:off x="0" y="4106358"/>
            <a:ext cx="297180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85435" tIns="42717" rIns="85435" bIns="42717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68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3" name="모서리가 둥근 직사각형 232"/>
          <p:cNvSpPr/>
          <p:nvPr/>
        </p:nvSpPr>
        <p:spPr>
          <a:xfrm>
            <a:off x="1785976" y="8397668"/>
            <a:ext cx="26656584" cy="94192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45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</a:rPr>
              <a:t>Abstract</a:t>
            </a:r>
            <a:endParaRPr lang="en-US" altLang="ko-KR" sz="5045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002060"/>
              </a:solidFill>
            </a:endParaRPr>
          </a:p>
        </p:txBody>
      </p:sp>
      <p:sp>
        <p:nvSpPr>
          <p:cNvPr id="234" name="모서리가 둥근 직사각형 1072"/>
          <p:cNvSpPr/>
          <p:nvPr/>
        </p:nvSpPr>
        <p:spPr>
          <a:xfrm>
            <a:off x="1785855" y="9573995"/>
            <a:ext cx="26656705" cy="3344473"/>
          </a:xfrm>
          <a:prstGeom prst="roundRect">
            <a:avLst>
              <a:gd name="adj" fmla="val 6794"/>
            </a:avLst>
          </a:prstGeom>
          <a:solidFill>
            <a:schemeClr val="accent1">
              <a:lumMod val="50000"/>
            </a:schemeClr>
          </a:solidFill>
          <a:ln w="28575" cmpd="sng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4318635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7940" dirty="0">
              <a:noFill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77022" y="9778199"/>
            <a:ext cx="25386613" cy="2955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sz="3200">
                <a:solidFill>
                  <a:schemeClr val="bg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+mn-ea"/>
              </a:rPr>
              <a:t>긴 정전기 상호작용 때문에 고분자 전해질 사슬을 이론적으로 기술하는 것은 매우 어렵다. 기존의 비대전 고분자 사슬을 기술하는 이론은 대전 고분자 체계에 적합하지 않다. 상반된 전하를 갖는 고분자 전해질의 상 거동을 연구하기 위해 Landau 이론과 통계역학적 상태방정식 이론을 결합하는 방법을 이용했다. 고분자 사슬 연결에 의한 excess chemical potential의 영향을 고려한다. 필요한 분자 파라미터를 추출하여 상 거동의 메커니즘을 연구하고, 압력이 고분자 전해질의 상분리에 미치는 영향을 살펴보았다.</a:t>
            </a:r>
            <a:endParaRPr sz="3200">
              <a:solidFill>
                <a:schemeClr val="bg1"/>
              </a:solidFill>
              <a:latin typeface="Malgun Gothic" panose="020B0503020000020004" charset="-127"/>
              <a:ea typeface="Malgun Gothic" panose="020B0503020000020004" charset="-127"/>
              <a:cs typeface="Malgun Gothic" panose="020B0503020000020004" charset="-127"/>
              <a:sym typeface="+mn-ea"/>
            </a:endParaRPr>
          </a:p>
          <a:p>
            <a:pPr algn="just"/>
            <a:endParaRPr sz="2615">
              <a:solidFill>
                <a:schemeClr val="bg1"/>
              </a:solidFill>
              <a:latin typeface="Malgun Gothic" panose="020B0503020000020004" charset="-127"/>
              <a:ea typeface="Malgun Gothic" panose="020B0503020000020004" charset="-127"/>
              <a:cs typeface="Malgun Gothic" panose="020B0503020000020004" charset="-127"/>
              <a:sym typeface="+mn-ea"/>
            </a:endParaRPr>
          </a:p>
          <a:p>
            <a:pPr algn="just"/>
            <a:r>
              <a:rPr lang="en-US" altLang="ko-KR" sz="3200" b="1" i="1" dirty="0">
                <a:solidFill>
                  <a:schemeClr val="bg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</a:rPr>
              <a:t>Keywords:</a:t>
            </a:r>
            <a:r>
              <a:rPr lang="en-US" altLang="ko-KR" sz="3200" i="1" dirty="0">
                <a:solidFill>
                  <a:schemeClr val="bg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</a:rPr>
              <a:t> </a:t>
            </a:r>
            <a:r>
              <a:rPr sz="3200">
                <a:solidFill>
                  <a:schemeClr val="bg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</a:rPr>
              <a:t>고분자 전해질 블렌드, 상분리</a:t>
            </a:r>
            <a:r>
              <a:rPr lang="en-US" sz="3200">
                <a:solidFill>
                  <a:schemeClr val="bg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</a:rPr>
              <a:t>, </a:t>
            </a:r>
            <a:r>
              <a:rPr sz="3200">
                <a:solidFill>
                  <a:schemeClr val="bg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+mn-ea"/>
              </a:rPr>
              <a:t>Landau 이론</a:t>
            </a:r>
            <a:endParaRPr sz="3200">
              <a:solidFill>
                <a:schemeClr val="bg1"/>
              </a:solidFill>
              <a:latin typeface="Malgun Gothic" panose="020B0503020000020004" charset="-127"/>
              <a:ea typeface="Malgun Gothic" panose="020B0503020000020004" charset="-127"/>
              <a:cs typeface="Malgun Gothic" panose="020B0503020000020004" charset="-127"/>
              <a:sym typeface="+mn-ea"/>
            </a:endParaRPr>
          </a:p>
        </p:txBody>
      </p:sp>
      <p:sp>
        <p:nvSpPr>
          <p:cNvPr id="260" name="직사각형 117"/>
          <p:cNvSpPr>
            <a:spLocks noChangeArrowheads="1"/>
          </p:cNvSpPr>
          <p:nvPr/>
        </p:nvSpPr>
        <p:spPr bwMode="auto">
          <a:xfrm>
            <a:off x="1877695" y="41224835"/>
            <a:ext cx="26565860" cy="26752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sz="2240" b="1" dirty="0">
                <a:solidFill>
                  <a:schemeClr val="bg1"/>
                </a:solidFill>
                <a:latin typeface="Malgun Gothic" panose="020B0503020000020004" charset="-127"/>
                <a:cs typeface="Malgun Gothic" panose="020B0503020000020004" charset="-127"/>
                <a:sym typeface="+mn-ea"/>
              </a:rPr>
              <a:t>Based on the Landau theory combined with Liquid State </a:t>
            </a:r>
            <a:r>
              <a:rPr lang="en-US" sz="2240" b="1" dirty="0">
                <a:solidFill>
                  <a:schemeClr val="bg1"/>
                </a:solidFill>
                <a:latin typeface="Malgun Gothic" panose="020B0503020000020004" charset="-127"/>
                <a:cs typeface="Malgun Gothic" panose="020B0503020000020004" charset="-127"/>
                <a:sym typeface="+mn-ea"/>
              </a:rPr>
              <a:t>t</a:t>
            </a:r>
            <a:r>
              <a:rPr sz="2240" b="1" dirty="0">
                <a:solidFill>
                  <a:schemeClr val="bg1"/>
                </a:solidFill>
                <a:latin typeface="Malgun Gothic" panose="020B0503020000020004" charset="-127"/>
                <a:cs typeface="Malgun Gothic" panose="020B0503020000020004" charset="-127"/>
                <a:sym typeface="+mn-ea"/>
              </a:rPr>
              <a:t>heory, the phase behavior of oppositely charged polyelectrolyte blends was studied.</a:t>
            </a:r>
            <a:endParaRPr sz="2240" b="1" dirty="0">
              <a:solidFill>
                <a:schemeClr val="bg1"/>
              </a:solidFill>
              <a:latin typeface="Malgun Gothic" panose="020B0503020000020004" charset="-127"/>
              <a:cs typeface="Malgun Gothic" panose="020B0503020000020004" charset="-127"/>
              <a:sym typeface="+mn-ea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2240" b="1" dirty="0">
                <a:solidFill>
                  <a:schemeClr val="bg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+mn-ea"/>
              </a:rPr>
              <a:t>Gaussian blends are subject to the effective interaction fields from the local excess equation of state and the long-range Coulomb interactions through an electric potential generated inside.</a:t>
            </a:r>
            <a:endParaRPr lang="en-US" sz="2240" b="1" dirty="0">
              <a:solidFill>
                <a:schemeClr val="bg1"/>
              </a:solidFill>
              <a:latin typeface="Malgun Gothic" panose="020B0503020000020004" charset="-127"/>
              <a:ea typeface="Malgun Gothic" panose="020B0503020000020004" charset="-127"/>
              <a:cs typeface="Malgun Gothic" panose="020B0503020000020004" charset="-127"/>
              <a:sym typeface="+mn-ea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sz="2235" b="1" dirty="0">
                <a:ln>
                  <a:noFill/>
                </a:ln>
                <a:solidFill>
                  <a:schemeClr val="bg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+mn-ea"/>
              </a:rPr>
              <a:t>It can be known that the order of phase separation is ODT, spinodal, bcc-hex OOT and hex-lam OOT.</a:t>
            </a:r>
            <a:endParaRPr sz="2235" b="1" dirty="0">
              <a:ln>
                <a:noFill/>
              </a:ln>
              <a:solidFill>
                <a:schemeClr val="bg1"/>
              </a:solidFill>
              <a:latin typeface="Malgun Gothic" panose="020B0503020000020004" charset="-127"/>
              <a:ea typeface="Malgun Gothic" panose="020B0503020000020004" charset="-127"/>
              <a:cs typeface="Malgun Gothic" panose="020B0503020000020004" charset="-127"/>
              <a:sym typeface="+mn-ea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sz="2235" b="1" dirty="0">
                <a:ln>
                  <a:noFill/>
                </a:ln>
                <a:solidFill>
                  <a:schemeClr val="bg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+mn-ea"/>
              </a:rPr>
              <a:t>It is shown that global electroneutrality makes the blend microphase separate.</a:t>
            </a:r>
            <a:endParaRPr sz="2235" b="1" dirty="0">
              <a:ln>
                <a:noFill/>
              </a:ln>
              <a:solidFill>
                <a:schemeClr val="bg1"/>
              </a:solidFill>
              <a:latin typeface="Malgun Gothic" panose="020B0503020000020004" charset="-127"/>
              <a:ea typeface="Malgun Gothic" panose="020B0503020000020004" charset="-127"/>
              <a:cs typeface="Malgun Gothic" panose="020B0503020000020004" charset="-127"/>
              <a:sym typeface="+mn-ea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sz="2235" b="1" dirty="0">
                <a:ln>
                  <a:noFill/>
                </a:ln>
                <a:solidFill>
                  <a:schemeClr val="bg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+mn-ea"/>
              </a:rPr>
              <a:t>Furthermore, the effect of </a:t>
            </a:r>
            <a:r>
              <a:rPr lang="en-US" sz="2235" b="1" dirty="0">
                <a:ln>
                  <a:noFill/>
                </a:ln>
                <a:solidFill>
                  <a:schemeClr val="bg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+mn-ea"/>
              </a:rPr>
              <a:t>hydrostatic</a:t>
            </a:r>
            <a:r>
              <a:rPr sz="2235" b="1" dirty="0">
                <a:ln>
                  <a:noFill/>
                </a:ln>
                <a:solidFill>
                  <a:schemeClr val="bg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+mn-ea"/>
              </a:rPr>
              <a:t> pressure on the phase boundaries of the blends is </a:t>
            </a:r>
            <a:r>
              <a:rPr sz="2235" b="1" dirty="0">
                <a:solidFill>
                  <a:schemeClr val="bg1"/>
                </a:solidFill>
                <a:latin typeface="Malgun Gothic" panose="020B0503020000020004" charset="-127"/>
                <a:cs typeface="Malgun Gothic" panose="020B0503020000020004" charset="-127"/>
                <a:sym typeface="+mn-ea"/>
              </a:rPr>
              <a:t>studied</a:t>
            </a:r>
            <a:r>
              <a:rPr sz="2235" b="1" dirty="0">
                <a:ln>
                  <a:noFill/>
                </a:ln>
                <a:solidFill>
                  <a:schemeClr val="bg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+mn-ea"/>
              </a:rPr>
              <a:t>.</a:t>
            </a:r>
            <a:endParaRPr sz="2235" b="1" dirty="0">
              <a:ln>
                <a:noFill/>
              </a:ln>
              <a:solidFill>
                <a:schemeClr val="bg1"/>
              </a:solidFill>
              <a:latin typeface="Malgun Gothic" panose="020B0503020000020004" charset="-127"/>
              <a:ea typeface="Malgun Gothic" panose="020B0503020000020004" charset="-127"/>
              <a:cs typeface="Malgun Gothic" panose="020B0503020000020004" charset="-127"/>
              <a:sym typeface="+mn-ea"/>
            </a:endParaRPr>
          </a:p>
        </p:txBody>
      </p:sp>
      <p:sp>
        <p:nvSpPr>
          <p:cNvPr id="238" name="모서리가 둥근 직사각형 26"/>
          <p:cNvSpPr/>
          <p:nvPr/>
        </p:nvSpPr>
        <p:spPr>
          <a:xfrm>
            <a:off x="5281743" y="14613667"/>
            <a:ext cx="3971599" cy="57610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3365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anose="02020603050405020304" pitchFamily="18" charset="0"/>
              </a:rPr>
              <a:t>Background</a:t>
            </a:r>
            <a:endParaRPr lang="en-US" altLang="ko-KR" sz="3365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45" name="모서리가 둥근 직사각형 236"/>
          <p:cNvSpPr/>
          <p:nvPr/>
        </p:nvSpPr>
        <p:spPr>
          <a:xfrm>
            <a:off x="1750060" y="23411180"/>
            <a:ext cx="26694130" cy="94234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5045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</a:rPr>
              <a:t>Results and Discussion</a:t>
            </a:r>
            <a:endParaRPr lang="en-US" altLang="ko-KR" sz="5045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002060"/>
              </a:solidFill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8206720" y="42829480"/>
            <a:ext cx="10301605" cy="1469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charset="0"/>
            </a:pPr>
            <a:r>
              <a:rPr lang="en-US" altLang="ko-KR" sz="2240" b="1" dirty="0">
                <a:solidFill>
                  <a:schemeClr val="bg1"/>
                </a:solidFill>
                <a:sym typeface="+mn-ea"/>
              </a:rPr>
              <a:t> Acknowledgment : </a:t>
            </a:r>
            <a:endParaRPr lang="en-US" altLang="ko-KR" sz="2240" b="1" dirty="0">
              <a:solidFill>
                <a:schemeClr val="bg1"/>
              </a:solidFill>
              <a:sym typeface="+mn-ea"/>
            </a:endParaRPr>
          </a:p>
          <a:p>
            <a:pPr algn="just">
              <a:lnSpc>
                <a:spcPct val="150000"/>
              </a:lnSpc>
              <a:buFont typeface="Wingdings" panose="05000000000000000000" charset="0"/>
            </a:pPr>
            <a:r>
              <a:rPr lang="en-US" altLang="ko-KR" sz="2240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ko-KR" sz="2240" dirty="0">
                <a:solidFill>
                  <a:schemeClr val="bg1"/>
                </a:solidFill>
                <a:sym typeface="+mn-ea"/>
              </a:rPr>
              <a:t>National Research Foundation of Korea (Basic Science Research Program)  </a:t>
            </a:r>
            <a:r>
              <a:rPr lang="en-US" altLang="ko-KR" sz="2235" dirty="0">
                <a:solidFill>
                  <a:schemeClr val="bg1"/>
                </a:solidFill>
                <a:latin typeface="Arial" panose="020B0604020202020204" pitchFamily="34" charset="0"/>
                <a:ea typeface="Gulim" panose="020B0600000101010101" charset="-127"/>
                <a:sym typeface="+mn-ea"/>
              </a:rPr>
              <a:t>    </a:t>
            </a:r>
            <a:endParaRPr lang="en-US" altLang="ko-KR" sz="2235" dirty="0">
              <a:solidFill>
                <a:schemeClr val="bg1"/>
              </a:solidFill>
              <a:latin typeface="Arial" panose="020B0604020202020204" pitchFamily="34" charset="0"/>
              <a:ea typeface="Gulim" panose="020B0600000101010101" charset="-127"/>
            </a:endParaRPr>
          </a:p>
          <a:p>
            <a:pPr algn="ctr" defTabSz="771525"/>
            <a:r>
              <a:rPr lang="en-US" altLang="ko-KR" sz="2235" dirty="0">
                <a:solidFill>
                  <a:schemeClr val="bg1"/>
                </a:solidFill>
                <a:latin typeface="Arial" panose="020B0604020202020204" pitchFamily="34" charset="0"/>
                <a:ea typeface="Gulim" panose="020B0600000101010101" charset="-127"/>
                <a:sym typeface="+mn-ea"/>
              </a:rPr>
              <a:t>      </a:t>
            </a:r>
            <a:endParaRPr lang="en-US" altLang="ko-KR" sz="2235" dirty="0">
              <a:solidFill>
                <a:schemeClr val="bg1"/>
              </a:solidFill>
              <a:latin typeface="Arial" panose="020B0604020202020204" pitchFamily="34" charset="0"/>
              <a:ea typeface="Gulim" panose="020B0600000101010101" charset="-127"/>
              <a:sym typeface="+mn-ea"/>
            </a:endParaRPr>
          </a:p>
        </p:txBody>
      </p:sp>
      <p:pic>
        <p:nvPicPr>
          <p:cNvPr id="3090" name="图片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6110" y="16918940"/>
            <a:ext cx="5309235" cy="25253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" name="文本框 22"/>
          <p:cNvSpPr txBox="1"/>
          <p:nvPr/>
        </p:nvSpPr>
        <p:spPr>
          <a:xfrm>
            <a:off x="12607925" y="18249900"/>
            <a:ext cx="4089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+</a:t>
            </a:r>
            <a:endParaRPr lang="en-US" altLang="zh-CN" sz="2800"/>
          </a:p>
        </p:txBody>
      </p:sp>
      <p:sp>
        <p:nvSpPr>
          <p:cNvPr id="27" name="文本框 26"/>
          <p:cNvSpPr txBox="1"/>
          <p:nvPr/>
        </p:nvSpPr>
        <p:spPr>
          <a:xfrm>
            <a:off x="16445230" y="17536795"/>
            <a:ext cx="4089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-</a:t>
            </a:r>
            <a:endParaRPr lang="en-US" altLang="zh-CN" sz="2800"/>
          </a:p>
        </p:txBody>
      </p:sp>
      <p:sp>
        <p:nvSpPr>
          <p:cNvPr id="64" name="모서리가 둥근 직사각형 26"/>
          <p:cNvSpPr/>
          <p:nvPr/>
        </p:nvSpPr>
        <p:spPr>
          <a:xfrm>
            <a:off x="9386888" y="24914225"/>
            <a:ext cx="11501120" cy="70294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3365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anose="02020603050405020304" pitchFamily="18" charset="0"/>
              </a:rPr>
              <a:t>System: polyanion/polycation blends</a:t>
            </a:r>
            <a:endParaRPr lang="en-US" altLang="ko-KR" sz="3365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49" name="모서리가 둥근 직사각형 26"/>
          <p:cNvSpPr/>
          <p:nvPr/>
        </p:nvSpPr>
        <p:spPr>
          <a:xfrm>
            <a:off x="18596423" y="14613667"/>
            <a:ext cx="3971599" cy="57610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3365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Times New Roman" panose="02020603050405020304" pitchFamily="18" charset="0"/>
              </a:rPr>
              <a:t>Theory</a:t>
            </a:r>
            <a:endParaRPr lang="en-US" altLang="ko-KR" sz="3365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50" name="文本框 22"/>
          <p:cNvSpPr txBox="1"/>
          <p:nvPr/>
        </p:nvSpPr>
        <p:spPr>
          <a:xfrm>
            <a:off x="11840210" y="16082010"/>
            <a:ext cx="739457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b="1" i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Gulim" panose="020B0600000101010101" charset="-127"/>
              </a:rPr>
              <a:t>Perturbed charged hard sphere chains</a:t>
            </a:r>
            <a:endParaRPr lang="en-US" altLang="ko-KR" sz="2800" b="1" i="1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Gulim" panose="020B0600000101010101" charset="-127"/>
            </a:endParaRPr>
          </a:p>
        </p:txBody>
      </p:sp>
      <p:sp>
        <p:nvSpPr>
          <p:cNvPr id="67" name="TextBox 239"/>
          <p:cNvSpPr txBox="1"/>
          <p:nvPr/>
        </p:nvSpPr>
        <p:spPr>
          <a:xfrm>
            <a:off x="2520315" y="15297150"/>
            <a:ext cx="77482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altLang="ko-KR" sz="2800" b="1" dirty="0">
                <a:solidFill>
                  <a:srgbClr val="FFC000"/>
                </a:solidFill>
                <a:cs typeface="Times New Roman" panose="02020603050405020304" pitchFamily="18" charset="0"/>
              </a:rPr>
              <a:t>Complex Coacervation of polyelectrolytes</a:t>
            </a:r>
            <a:endParaRPr lang="en-US" altLang="ko-KR" sz="2800" b="1" dirty="0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78" name="图片 7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6570" y="18628360"/>
            <a:ext cx="4789805" cy="4111625"/>
          </a:xfrm>
          <a:prstGeom prst="rect">
            <a:avLst/>
          </a:prstGeom>
        </p:spPr>
      </p:pic>
      <p:sp>
        <p:nvSpPr>
          <p:cNvPr id="79" name="文本框 78"/>
          <p:cNvSpPr txBox="1"/>
          <p:nvPr/>
        </p:nvSpPr>
        <p:spPr>
          <a:xfrm>
            <a:off x="8009890" y="22067520"/>
            <a:ext cx="3060065" cy="606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20">
                <a:solidFill>
                  <a:schemeClr val="bg1"/>
                </a:solidFill>
              </a:rPr>
              <a:t>Whitney C. Blocher,Sarah L. Perry, Complex coacervate-based materials for biomedicine. Wires, Volume9, Issue4  (2017)</a:t>
            </a:r>
            <a:endParaRPr lang="en-US" altLang="zh-CN" sz="1120">
              <a:solidFill>
                <a:schemeClr val="bg1"/>
              </a:solidFill>
            </a:endParaRPr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>
          <a:blip r:embed="rId4"/>
          <a:srcRect l="2317" b="46138"/>
          <a:stretch>
            <a:fillRect/>
          </a:stretch>
        </p:blipFill>
        <p:spPr>
          <a:xfrm>
            <a:off x="3036570" y="16051530"/>
            <a:ext cx="4789805" cy="2183130"/>
          </a:xfrm>
          <a:prstGeom prst="rect">
            <a:avLst/>
          </a:prstGeom>
        </p:spPr>
      </p:pic>
      <p:sp>
        <p:nvSpPr>
          <p:cNvPr id="83" name="文本框 82"/>
          <p:cNvSpPr txBox="1"/>
          <p:nvPr/>
        </p:nvSpPr>
        <p:spPr>
          <a:xfrm>
            <a:off x="8009890" y="17971770"/>
            <a:ext cx="2520315" cy="262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20">
                <a:solidFill>
                  <a:schemeClr val="bg1"/>
                </a:solidFill>
              </a:rPr>
              <a:t>Biomicrofluidics 14, 051301 (2020)</a:t>
            </a:r>
            <a:endParaRPr lang="en-US" altLang="zh-CN" sz="112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rcRect t="10625" b="12617"/>
          <a:stretch>
            <a:fillRect/>
          </a:stretch>
        </p:blipFill>
        <p:spPr>
          <a:xfrm>
            <a:off x="972820" y="824865"/>
            <a:ext cx="2994025" cy="22987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72515" y="824865"/>
            <a:ext cx="2933065" cy="2933065"/>
          </a:xfrm>
          <a:prstGeom prst="rect">
            <a:avLst/>
          </a:prstGeom>
        </p:spPr>
      </p:pic>
      <p:sp>
        <p:nvSpPr>
          <p:cNvPr id="12" name="TextBox 239"/>
          <p:cNvSpPr txBox="1"/>
          <p:nvPr/>
        </p:nvSpPr>
        <p:spPr>
          <a:xfrm>
            <a:off x="11409045" y="15368905"/>
            <a:ext cx="109016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altLang="ko-KR" sz="2800" b="1" dirty="0">
                <a:solidFill>
                  <a:srgbClr val="FFC000"/>
                </a:solidFill>
                <a:cs typeface="Times New Roman" panose="02020603050405020304" pitchFamily="18" charset="0"/>
              </a:rPr>
              <a:t>Landau theory combined with Liquid State Theory</a:t>
            </a:r>
            <a:endParaRPr lang="en-US" altLang="ko-KR" sz="2800" b="1" dirty="0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15" name="文本框 22"/>
          <p:cNvSpPr txBox="1"/>
          <p:nvPr/>
        </p:nvSpPr>
        <p:spPr>
          <a:xfrm>
            <a:off x="11840845" y="20102830"/>
            <a:ext cx="397637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b="1" i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Gulim" panose="020B0600000101010101" charset="-127"/>
              </a:rPr>
              <a:t>Landau free energy</a:t>
            </a:r>
            <a:endParaRPr lang="en-US" altLang="ko-KR" sz="2800" b="1" i="1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Gulim" panose="020B0600000101010101" charset="-127"/>
            </a:endParaRPr>
          </a:p>
        </p:txBody>
      </p:sp>
      <p:graphicFrame>
        <p:nvGraphicFramePr>
          <p:cNvPr id="3099" name="개체 5"/>
          <p:cNvGraphicFramePr>
            <a:graphicFrameLocks noChangeAspect="1"/>
          </p:cNvGraphicFramePr>
          <p:nvPr/>
        </p:nvGraphicFramePr>
        <p:xfrm>
          <a:off x="17849850" y="16918940"/>
          <a:ext cx="9503410" cy="719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7" imgW="3403600" imgH="241300" progId="Equation.DSMT4">
                  <p:embed/>
                </p:oleObj>
              </mc:Choice>
              <mc:Fallback>
                <p:oleObj name="Equation" r:id="rId7" imgW="3403600" imgH="2413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8">
                        <a:lum bright="6000"/>
                      </a:blip>
                      <a:stretch>
                        <a:fillRect/>
                      </a:stretch>
                    </p:blipFill>
                    <p:spPr>
                      <a:xfrm>
                        <a:off x="17849850" y="16918940"/>
                        <a:ext cx="9503410" cy="71945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38100">
                        <a:solidFill>
                          <a:schemeClr val="bg1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8"/>
          <p:cNvSpPr txBox="1"/>
          <p:nvPr/>
        </p:nvSpPr>
        <p:spPr>
          <a:xfrm>
            <a:off x="18474055" y="17985105"/>
            <a:ext cx="274510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ko-KR" sz="1800" dirty="0">
                <a:solidFill>
                  <a:schemeClr val="bg1"/>
                </a:solidFill>
                <a:latin typeface="Arial" panose="020B0604020202020204" pitchFamily="34" charset="0"/>
                <a:ea typeface="Gulim" panose="020B0600000101010101" charset="-127"/>
              </a:rPr>
              <a:t>Hard</a:t>
            </a:r>
            <a:r>
              <a:rPr lang="ko-KR" altLang="en-US" sz="1800" dirty="0">
                <a:solidFill>
                  <a:schemeClr val="bg1"/>
                </a:solidFill>
                <a:latin typeface="Arial" panose="020B0604020202020204" pitchFamily="34" charset="0"/>
                <a:ea typeface="Gulim" panose="020B0600000101010101" charset="-127"/>
              </a:rPr>
              <a:t> </a:t>
            </a:r>
            <a:r>
              <a:rPr lang="en-US" altLang="ko-KR" sz="1800" dirty="0">
                <a:solidFill>
                  <a:schemeClr val="bg1"/>
                </a:solidFill>
                <a:latin typeface="Arial" panose="020B0604020202020204" pitchFamily="34" charset="0"/>
                <a:ea typeface="Gulim" panose="020B0600000101010101" charset="-127"/>
              </a:rPr>
              <a:t>sphere</a:t>
            </a:r>
            <a:r>
              <a:rPr lang="ko-KR" altLang="en-US" sz="1800" dirty="0">
                <a:solidFill>
                  <a:schemeClr val="bg1"/>
                </a:solidFill>
                <a:latin typeface="Arial" panose="020B0604020202020204" pitchFamily="34" charset="0"/>
                <a:ea typeface="Gulim" panose="020B0600000101010101" charset="-127"/>
              </a:rPr>
              <a:t> </a:t>
            </a:r>
            <a:r>
              <a:rPr lang="en-US" altLang="ko-KR" sz="1800" dirty="0">
                <a:solidFill>
                  <a:schemeClr val="bg1"/>
                </a:solidFill>
                <a:latin typeface="Arial" panose="020B0604020202020204" pitchFamily="34" charset="0"/>
                <a:ea typeface="Gulim" panose="020B0600000101010101" charset="-127"/>
              </a:rPr>
              <a:t>chain</a:t>
            </a:r>
            <a:r>
              <a:rPr lang="ko-KR" altLang="en-US" sz="1800" dirty="0">
                <a:solidFill>
                  <a:schemeClr val="bg1"/>
                </a:solidFill>
                <a:latin typeface="Arial" panose="020B0604020202020204" pitchFamily="34" charset="0"/>
                <a:ea typeface="Gulim" panose="020B0600000101010101" charset="-127"/>
              </a:rPr>
              <a:t> </a:t>
            </a:r>
            <a:r>
              <a:rPr lang="en-US" altLang="ko-KR" sz="1800" dirty="0">
                <a:solidFill>
                  <a:schemeClr val="bg1"/>
                </a:solidFill>
                <a:latin typeface="Arial" panose="020B0604020202020204" pitchFamily="34" charset="0"/>
                <a:ea typeface="Gulim" panose="020B0600000101010101" charset="-127"/>
              </a:rPr>
              <a:t>EV</a:t>
            </a:r>
            <a:endParaRPr lang="en-US" altLang="ko-KR" sz="1800" dirty="0">
              <a:solidFill>
                <a:schemeClr val="bg1"/>
              </a:solidFill>
              <a:latin typeface="Arial" panose="020B0604020202020204" pitchFamily="34" charset="0"/>
              <a:ea typeface="Gulim" panose="020B0600000101010101" charset="-127"/>
            </a:endParaRPr>
          </a:p>
        </p:txBody>
      </p:sp>
      <p:sp>
        <p:nvSpPr>
          <p:cNvPr id="21" name="TextBox 11"/>
          <p:cNvSpPr txBox="1"/>
          <p:nvPr/>
        </p:nvSpPr>
        <p:spPr>
          <a:xfrm>
            <a:off x="21799550" y="17985740"/>
            <a:ext cx="248348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18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solidFill>
                  <a:schemeClr val="bg1"/>
                </a:solidFill>
                <a:ea typeface="Gulim" panose="020B0600000101010101" charset="-127"/>
              </a:rPr>
              <a:t>on-ion </a:t>
            </a:r>
            <a:r>
              <a:rPr lang="en-US" altLang="ko-KR" sz="1800" dirty="0">
                <a:solidFill>
                  <a:schemeClr val="bg1"/>
                </a:solidFill>
                <a:latin typeface="Arial" panose="020B0604020202020204" pitchFamily="34" charset="0"/>
                <a:ea typeface="Gulim" panose="020B0600000101010101" charset="-127"/>
              </a:rPr>
              <a:t>interactions</a:t>
            </a:r>
            <a:endParaRPr lang="en-US" altLang="ko-KR" sz="1800" dirty="0">
              <a:solidFill>
                <a:schemeClr val="bg1"/>
              </a:solidFill>
              <a:latin typeface="Arial" panose="020B0604020202020204" pitchFamily="34" charset="0"/>
              <a:ea typeface="Gulim" panose="020B0600000101010101" charset="-127"/>
            </a:endParaRPr>
          </a:p>
        </p:txBody>
      </p:sp>
      <p:sp>
        <p:nvSpPr>
          <p:cNvPr id="22" name="TextBox 15"/>
          <p:cNvSpPr txBox="1"/>
          <p:nvPr/>
        </p:nvSpPr>
        <p:spPr>
          <a:xfrm>
            <a:off x="25275540" y="17890490"/>
            <a:ext cx="302260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18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Contribution due to </a:t>
            </a:r>
            <a:endParaRPr lang="en-US" altLang="zh-CN" sz="18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ion-ion</a:t>
            </a:r>
            <a:r>
              <a:rPr lang="en-US" altLang="ko-KR" sz="1800" dirty="0">
                <a:solidFill>
                  <a:schemeClr val="bg1"/>
                </a:solidFill>
                <a:latin typeface="Arial" panose="020B0604020202020204" pitchFamily="34" charset="0"/>
                <a:ea typeface="Gulim" panose="020B0600000101010101" charset="-127"/>
              </a:rPr>
              <a:t> connectivity</a:t>
            </a:r>
            <a:endParaRPr lang="en-US" altLang="ko-KR" sz="1800" dirty="0">
              <a:solidFill>
                <a:schemeClr val="bg1"/>
              </a:solidFill>
              <a:latin typeface="Arial" panose="020B0604020202020204" pitchFamily="34" charset="0"/>
              <a:ea typeface="Gulim" panose="020B0600000101010101" charset="-127"/>
            </a:endParaRPr>
          </a:p>
        </p:txBody>
      </p:sp>
      <p:graphicFrame>
        <p:nvGraphicFramePr>
          <p:cNvPr id="25" name="개체 5"/>
          <p:cNvGraphicFramePr>
            <a:graphicFrameLocks noChangeAspect="1"/>
          </p:cNvGraphicFramePr>
          <p:nvPr/>
        </p:nvGraphicFramePr>
        <p:xfrm>
          <a:off x="24426545" y="17947640"/>
          <a:ext cx="705485" cy="424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9" imgW="393700" imgH="241300" progId="Equation.DSMT4">
                  <p:embed/>
                </p:oleObj>
              </mc:Choice>
              <mc:Fallback>
                <p:oleObj name="" r:id="rId9" imgW="393700" imgH="24130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426545" y="17947640"/>
                        <a:ext cx="705485" cy="42481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38100">
                        <a:solidFill>
                          <a:schemeClr val="bg1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개체 5"/>
          <p:cNvGraphicFramePr>
            <a:graphicFrameLocks noChangeAspect="1"/>
          </p:cNvGraphicFramePr>
          <p:nvPr/>
        </p:nvGraphicFramePr>
        <p:xfrm>
          <a:off x="21317585" y="17947640"/>
          <a:ext cx="40259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1" imgW="215900" imgH="228600" progId="Equation.DSMT4">
                  <p:embed/>
                </p:oleObj>
              </mc:Choice>
              <mc:Fallback>
                <p:oleObj name="" r:id="rId11" imgW="215900" imgH="228600" progId="Equation.DSMT4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317585" y="17947640"/>
                        <a:ext cx="402590" cy="4191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38100">
                        <a:solidFill>
                          <a:schemeClr val="bg1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개체 5"/>
          <p:cNvGraphicFramePr>
            <a:graphicFrameLocks noChangeAspect="1"/>
          </p:cNvGraphicFramePr>
          <p:nvPr/>
        </p:nvGraphicFramePr>
        <p:xfrm>
          <a:off x="17840325" y="17947640"/>
          <a:ext cx="561975" cy="398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3" imgW="317500" imgH="228600" progId="Equation.DSMT4">
                  <p:embed/>
                </p:oleObj>
              </mc:Choice>
              <mc:Fallback>
                <p:oleObj name="" r:id="rId13" imgW="317500" imgH="228600" progId="Equation.DSMT4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840325" y="17947640"/>
                        <a:ext cx="561975" cy="39814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38100">
                        <a:solidFill>
                          <a:schemeClr val="bg1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8" name="개체 3"/>
          <p:cNvGraphicFramePr>
            <a:graphicFrameLocks noChangeAspect="1"/>
          </p:cNvGraphicFramePr>
          <p:nvPr/>
        </p:nvGraphicFramePr>
        <p:xfrm>
          <a:off x="17840325" y="18700115"/>
          <a:ext cx="9513570" cy="969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Equation" r:id="rId15" imgW="77114400" imgH="12192000" progId="Equation.DSMT4">
                  <p:embed/>
                </p:oleObj>
              </mc:Choice>
              <mc:Fallback>
                <p:oleObj name="Equation" r:id="rId15" imgW="77114400" imgH="12192000" progId="Equation.DSMT4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840325" y="18700115"/>
                        <a:ext cx="9513570" cy="96964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38100">
                        <a:solidFill>
                          <a:schemeClr val="bg1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4" name="직선 화살표 연결선 24"/>
          <p:cNvCxnSpPr/>
          <p:nvPr/>
        </p:nvCxnSpPr>
        <p:spPr>
          <a:xfrm>
            <a:off x="22894860" y="19651325"/>
            <a:ext cx="436252" cy="739458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4" name="직선 화살표 연결선 28"/>
          <p:cNvCxnSpPr/>
          <p:nvPr/>
        </p:nvCxnSpPr>
        <p:spPr>
          <a:xfrm>
            <a:off x="25866366" y="19634677"/>
            <a:ext cx="463910" cy="663079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103" name="TextBox 16"/>
          <p:cNvSpPr txBox="1"/>
          <p:nvPr/>
        </p:nvSpPr>
        <p:spPr>
          <a:xfrm>
            <a:off x="17346295" y="20010576"/>
            <a:ext cx="244348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ea typeface="Gulim" panose="020B0600000101010101" charset="-127"/>
              </a:rPr>
              <a:t>Vertex</a:t>
            </a:r>
            <a:r>
              <a:rPr lang="ko-KR" altLang="en-US" sz="2000" b="1" dirty="0">
                <a:solidFill>
                  <a:schemeClr val="bg1"/>
                </a:solidFill>
                <a:ea typeface="Gulim" panose="020B0600000101010101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Arial" panose="020B0604020202020204" pitchFamily="34" charset="0"/>
                <a:ea typeface="Gulim" panose="020B0600000101010101" charset="-127"/>
              </a:rPr>
              <a:t>function</a:t>
            </a:r>
            <a:endParaRPr lang="en-US" altLang="ko-KR" sz="2000" b="1" dirty="0">
              <a:solidFill>
                <a:schemeClr val="bg1"/>
              </a:solidFill>
              <a:latin typeface="Arial" panose="020B0604020202020204" pitchFamily="34" charset="0"/>
              <a:ea typeface="Gulim" panose="020B0600000101010101" charset="-127"/>
            </a:endParaRPr>
          </a:p>
        </p:txBody>
      </p:sp>
      <p:sp>
        <p:nvSpPr>
          <p:cNvPr id="3104" name="TextBox 22"/>
          <p:cNvSpPr txBox="1"/>
          <p:nvPr/>
        </p:nvSpPr>
        <p:spPr>
          <a:xfrm>
            <a:off x="20148551" y="20104099"/>
            <a:ext cx="165100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Arial" panose="020B0604020202020204" pitchFamily="34" charset="0"/>
                <a:ea typeface="Gulim" panose="020B0600000101010101" charset="-127"/>
              </a:rPr>
              <a:t>Gaussian</a:t>
            </a:r>
            <a:endParaRPr lang="en-US" altLang="ko-KR" sz="2000" b="1" dirty="0">
              <a:solidFill>
                <a:schemeClr val="bg1"/>
              </a:solidFill>
              <a:latin typeface="Arial" panose="020B0604020202020204" pitchFamily="34" charset="0"/>
              <a:ea typeface="Gulim" panose="020B0600000101010101" charset="-127"/>
            </a:endParaRPr>
          </a:p>
        </p:txBody>
      </p:sp>
      <p:sp>
        <p:nvSpPr>
          <p:cNvPr id="3105" name="TextBox 26"/>
          <p:cNvSpPr txBox="1"/>
          <p:nvPr/>
        </p:nvSpPr>
        <p:spPr>
          <a:xfrm>
            <a:off x="22174835" y="20413345"/>
            <a:ext cx="232283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Arial" panose="020B0604020202020204" pitchFamily="34" charset="0"/>
                <a:ea typeface="Gulim" panose="020B0600000101010101" charset="-127"/>
              </a:rPr>
              <a:t>Local interaction</a:t>
            </a:r>
            <a:endParaRPr lang="en-US" altLang="ko-KR" sz="2000" b="1" dirty="0">
              <a:solidFill>
                <a:schemeClr val="bg1"/>
              </a:solidFill>
              <a:latin typeface="Arial" panose="020B0604020202020204" pitchFamily="34" charset="0"/>
              <a:ea typeface="Gulim" panose="020B0600000101010101" charset="-127"/>
            </a:endParaRPr>
          </a:p>
        </p:txBody>
      </p:sp>
      <p:sp>
        <p:nvSpPr>
          <p:cNvPr id="3106" name="TextBox 32"/>
          <p:cNvSpPr txBox="1"/>
          <p:nvPr/>
        </p:nvSpPr>
        <p:spPr>
          <a:xfrm flipH="1">
            <a:off x="24906605" y="20330795"/>
            <a:ext cx="3276600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Arial" panose="020B0604020202020204" pitchFamily="34" charset="0"/>
                <a:ea typeface="Gulim" panose="020B0600000101010101" charset="-127"/>
              </a:rPr>
              <a:t>Long-ranged </a:t>
            </a:r>
            <a:endParaRPr lang="en-US" altLang="ko-KR" sz="2000" b="1" dirty="0">
              <a:solidFill>
                <a:schemeClr val="bg1"/>
              </a:solidFill>
              <a:latin typeface="Arial" panose="020B0604020202020204" pitchFamily="34" charset="0"/>
              <a:ea typeface="Gulim" panose="020B0600000101010101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Arial" panose="020B0604020202020204" pitchFamily="34" charset="0"/>
                <a:ea typeface="Gulim" panose="020B0600000101010101" charset="-127"/>
              </a:rPr>
              <a:t>     Coulombic interaction</a:t>
            </a:r>
            <a:endParaRPr lang="en-US" altLang="ko-KR" sz="2000" b="1" dirty="0">
              <a:solidFill>
                <a:schemeClr val="bg1"/>
              </a:solidFill>
              <a:latin typeface="Arial" panose="020B0604020202020204" pitchFamily="34" charset="0"/>
              <a:ea typeface="Gulim" panose="020B0600000101010101" charset="-127"/>
            </a:endParaRPr>
          </a:p>
        </p:txBody>
      </p:sp>
      <p:cxnSp>
        <p:nvCxnSpPr>
          <p:cNvPr id="46" name="직선 화살표 연결선 21"/>
          <p:cNvCxnSpPr/>
          <p:nvPr/>
        </p:nvCxnSpPr>
        <p:spPr>
          <a:xfrm>
            <a:off x="20446365" y="19534505"/>
            <a:ext cx="307340" cy="553085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7" name="직선 화살표 연결선 21"/>
          <p:cNvCxnSpPr/>
          <p:nvPr/>
        </p:nvCxnSpPr>
        <p:spPr>
          <a:xfrm flipH="1">
            <a:off x="18305780" y="19538950"/>
            <a:ext cx="178435" cy="476250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aphicFrame>
        <p:nvGraphicFramePr>
          <p:cNvPr id="48" name="对象 4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2055475" y="21924010"/>
          <a:ext cx="15443200" cy="909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Equation" r:id="rId17" imgW="139903200" imgH="6705600" progId="Equation.DSMT4">
                  <p:embed/>
                </p:oleObj>
              </mc:Choice>
              <mc:Fallback>
                <p:oleObj name="Equation" r:id="rId17" imgW="139903200" imgH="6705600" progId="Equation.DSMT4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055475" y="21924010"/>
                        <a:ext cx="15443200" cy="90995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개체 3"/>
          <p:cNvGraphicFramePr>
            <a:graphicFrameLocks noChangeAspect="1"/>
          </p:cNvGraphicFramePr>
          <p:nvPr/>
        </p:nvGraphicFramePr>
        <p:xfrm>
          <a:off x="12055475" y="20894040"/>
          <a:ext cx="8380095" cy="713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9" imgW="62179200" imgH="5791200" progId="Equation.DSMT4">
                  <p:embed/>
                </p:oleObj>
              </mc:Choice>
              <mc:Fallback>
                <p:oleObj name="Equation" r:id="rId19" imgW="62179200" imgH="5791200" progId="Equation.DSMT4">
                  <p:embed/>
                  <p:pic>
                    <p:nvPicPr>
                      <p:cNvPr id="0" name="图片 112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2055475" y="20894040"/>
                        <a:ext cx="8380095" cy="71310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2313940" y="25869900"/>
            <a:ext cx="566356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457200" indent="-457200" algn="ctr" defTabSz="914400" fontAlgn="base" latinLnBrk="0">
              <a:buFont typeface="Wingdings" panose="05000000000000000000" charset="0"/>
              <a:buChar char="Ø"/>
            </a:pPr>
            <a:r>
              <a:rPr lang="en-US" altLang="zh-CN" sz="3200" b="1" dirty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Change in </a:t>
            </a:r>
            <a:r>
              <a:rPr lang="en-US" altLang="zh-CN" sz="3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1/L</a:t>
            </a:r>
            <a:r>
              <a:rPr lang="en-US" altLang="zh-CN" sz="3200" b="1" baseline="-25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B</a:t>
            </a:r>
            <a:r>
              <a:rPr lang="en-US" altLang="zh-CN" sz="3200" b="1" dirty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 against </a:t>
            </a:r>
            <a:r>
              <a:rPr lang="en-US" altLang="zh-CN" sz="32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anose="020B0503020000020004" charset="-127"/>
                <a:ea typeface="Malgun Gothic" panose="020B0503020000020004" charset="-127"/>
                <a:cs typeface="+mn-ea"/>
                <a:sym typeface="+mn-ea"/>
              </a:rPr>
              <a:t>Φ</a:t>
            </a:r>
            <a:r>
              <a:rPr lang="en-US" altLang="zh-CN" sz="3200" b="1" baseline="-25000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anose="020B0503020000020004" charset="-127"/>
                <a:ea typeface="Malgun Gothic" panose="020B0503020000020004" charset="-127"/>
                <a:cs typeface="+mn-ea"/>
                <a:sym typeface="+mn-ea"/>
              </a:rPr>
              <a:t>A</a:t>
            </a:r>
            <a:endParaRPr lang="en-US" altLang="zh-CN" sz="3200" b="1" baseline="-25000" dirty="0">
              <a:solidFill>
                <a:schemeClr val="accent4">
                  <a:lumMod val="60000"/>
                  <a:lumOff val="40000"/>
                </a:schemeClr>
              </a:solidFill>
              <a:latin typeface="Malgun Gothic" panose="020B0503020000020004" charset="-127"/>
              <a:ea typeface="Malgun Gothic" panose="020B0503020000020004" charset="-127"/>
              <a:cs typeface="+mn-ea"/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90520" y="33880425"/>
            <a:ext cx="5641340" cy="5231765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21362353" y="25869900"/>
            <a:ext cx="624967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457200" indent="-457200" algn="ctr" defTabSz="914400" fontAlgn="base" latinLnBrk="0">
              <a:buFont typeface="Wingdings" panose="05000000000000000000" charset="0"/>
              <a:buChar char="Ø"/>
            </a:pPr>
            <a:r>
              <a:rPr lang="en-US" altLang="zh-CN" sz="3200" b="1" dirty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Change in </a:t>
            </a:r>
            <a:r>
              <a:rPr lang="en-US" altLang="zh-CN" sz="3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T</a:t>
            </a:r>
            <a:r>
              <a:rPr lang="en-US" altLang="zh-CN" sz="3200" b="1" dirty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 against </a:t>
            </a:r>
            <a:r>
              <a:rPr lang="en-US" altLang="zh-CN" sz="3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Malgun Gothic" panose="020B0503020000020004" charset="-127"/>
                <a:ea typeface="Malgun Gothic" panose="020B0503020000020004" charset="-127"/>
                <a:cs typeface="+mn-ea"/>
                <a:sym typeface="+mn-ea"/>
              </a:rPr>
              <a:t>Pressure</a:t>
            </a:r>
            <a:endParaRPr lang="en-US" altLang="zh-CN" sz="3200" b="1" baseline="-25000" dirty="0">
              <a:solidFill>
                <a:schemeClr val="accent4">
                  <a:lumMod val="60000"/>
                  <a:lumOff val="40000"/>
                </a:schemeClr>
              </a:solidFill>
              <a:latin typeface="Malgun Gothic" panose="020B0503020000020004" charset="-127"/>
              <a:ea typeface="Malgun Gothic" panose="020B0503020000020004" charset="-127"/>
              <a:cs typeface="+mn-ea"/>
              <a:sym typeface="+mn-ea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871305" y="27541220"/>
            <a:ext cx="5629275" cy="524065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1871305" y="33429575"/>
            <a:ext cx="5628640" cy="5323840"/>
          </a:xfrm>
          <a:prstGeom prst="rect">
            <a:avLst/>
          </a:prstGeom>
        </p:spPr>
      </p:pic>
      <p:graphicFrame>
        <p:nvGraphicFramePr>
          <p:cNvPr id="38" name="对象 3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3668355" y="26685875"/>
          <a:ext cx="2034540" cy="64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24" imgW="609600" imgH="215900" progId="Equation.KSEE3">
                  <p:embed/>
                </p:oleObj>
              </mc:Choice>
              <mc:Fallback>
                <p:oleObj name="" r:id="rId24" imgW="6096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3668355" y="26685875"/>
                        <a:ext cx="2034540" cy="640080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对象 6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902200" y="26685875"/>
          <a:ext cx="1781810" cy="64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26" imgW="609600" imgH="228600" progId="Equation.KSEE3">
                  <p:embed/>
                </p:oleObj>
              </mc:Choice>
              <mc:Fallback>
                <p:oleObj name="" r:id="rId26" imgW="6096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902200" y="26685875"/>
                        <a:ext cx="1781810" cy="640080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1193780" y="26686510"/>
          <a:ext cx="1842135" cy="639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28" imgW="622300" imgH="215900" progId="Equation.KSEE3">
                  <p:embed/>
                </p:oleObj>
              </mc:Choice>
              <mc:Fallback>
                <p:oleObj name="" r:id="rId28" imgW="622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1193780" y="26686510"/>
                        <a:ext cx="1842135" cy="639445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2" name="图片 51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893060" y="27509470"/>
            <a:ext cx="5638800" cy="5257800"/>
          </a:xfrm>
          <a:prstGeom prst="rect">
            <a:avLst/>
          </a:prstGeom>
        </p:spPr>
      </p:pic>
      <p:graphicFrame>
        <p:nvGraphicFramePr>
          <p:cNvPr id="53" name="对象 5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791075" y="33031430"/>
          <a:ext cx="1842135" cy="639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1" imgW="622300" imgH="215900" progId="Equation.KSEE3">
                  <p:embed/>
                </p:oleObj>
              </mc:Choice>
              <mc:Fallback>
                <p:oleObj name="" r:id="rId31" imgW="622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791075" y="33031430"/>
                        <a:ext cx="1842135" cy="639445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extBox 16"/>
          <p:cNvSpPr txBox="1"/>
          <p:nvPr/>
        </p:nvSpPr>
        <p:spPr>
          <a:xfrm>
            <a:off x="14939645" y="27541220"/>
            <a:ext cx="6781165" cy="18148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2800" b="1" i="1" dirty="0">
                <a:solidFill>
                  <a:schemeClr val="bg1"/>
                </a:solidFill>
                <a:ea typeface="Gulim" panose="020B0600000101010101" charset="-127"/>
              </a:rPr>
              <a:t>The reason why the phase diagram </a:t>
            </a:r>
            <a:endParaRPr sz="2800" b="1" i="1" dirty="0">
              <a:solidFill>
                <a:schemeClr val="bg1"/>
              </a:solidFill>
              <a:ea typeface="Gulim" panose="020B0600000101010101" charset="-127"/>
            </a:endParaRPr>
          </a:p>
          <a:p>
            <a:r>
              <a:rPr sz="2800" b="1" i="1" dirty="0">
                <a:solidFill>
                  <a:schemeClr val="bg1"/>
                </a:solidFill>
                <a:ea typeface="Gulim" panose="020B0600000101010101" charset="-127"/>
              </a:rPr>
              <a:t>               is </a:t>
            </a:r>
            <a:r>
              <a:rPr sz="2800" b="1" i="1" dirty="0">
                <a:solidFill>
                  <a:schemeClr val="accent4">
                    <a:lumMod val="60000"/>
                    <a:lumOff val="40000"/>
                  </a:schemeClr>
                </a:solidFill>
                <a:ea typeface="Gulim" panose="020B0600000101010101" charset="-127"/>
              </a:rPr>
              <a:t>skewed</a:t>
            </a:r>
            <a:r>
              <a:rPr sz="2800" b="1" i="1" dirty="0">
                <a:solidFill>
                  <a:schemeClr val="bg1"/>
                </a:solidFill>
                <a:ea typeface="Gulim" panose="020B0600000101010101" charset="-127"/>
              </a:rPr>
              <a:t> and </a:t>
            </a:r>
            <a:r>
              <a:rPr sz="2800" b="1" i="1" dirty="0">
                <a:solidFill>
                  <a:schemeClr val="accent4">
                    <a:lumMod val="60000"/>
                    <a:lumOff val="40000"/>
                  </a:schemeClr>
                </a:solidFill>
                <a:ea typeface="Gulim" panose="020B0600000101010101" charset="-127"/>
              </a:rPr>
              <a:t>asymmetric</a:t>
            </a:r>
            <a:r>
              <a:rPr sz="2800" b="1" i="1" dirty="0">
                <a:solidFill>
                  <a:schemeClr val="bg1"/>
                </a:solidFill>
                <a:ea typeface="Gulim" panose="020B0600000101010101" charset="-127"/>
              </a:rPr>
              <a:t> : </a:t>
            </a:r>
            <a:endParaRPr sz="2800" b="1" i="1" dirty="0">
              <a:solidFill>
                <a:schemeClr val="bg1"/>
              </a:solidFill>
              <a:ea typeface="Gulim" panose="020B0600000101010101" charset="-127"/>
            </a:endParaRPr>
          </a:p>
          <a:p>
            <a:r>
              <a:rPr sz="2800" b="1" i="1" dirty="0">
                <a:solidFill>
                  <a:schemeClr val="bg1"/>
                </a:solidFill>
                <a:ea typeface="Gulim" panose="020B0600000101010101" charset="-127"/>
              </a:rPr>
              <a:t>is caused by the fixed charge </a:t>
            </a:r>
            <a:endParaRPr sz="2800" b="1" i="1" dirty="0">
              <a:solidFill>
                <a:schemeClr val="bg1"/>
              </a:solidFill>
              <a:ea typeface="Gulim" panose="020B0600000101010101" charset="-127"/>
            </a:endParaRPr>
          </a:p>
          <a:p>
            <a:r>
              <a:rPr sz="2800" b="1" i="1" dirty="0">
                <a:solidFill>
                  <a:schemeClr val="bg1"/>
                </a:solidFill>
                <a:ea typeface="Gulim" panose="020B0600000101010101" charset="-127"/>
              </a:rPr>
              <a:t>                  fraction of the PA chains</a:t>
            </a:r>
            <a:endParaRPr lang="en-US" sz="2800" b="1" i="1" dirty="0">
              <a:solidFill>
                <a:schemeClr val="bg1"/>
              </a:solidFill>
              <a:ea typeface="Gulim" panose="020B0600000101010101" charset="-127"/>
            </a:endParaRPr>
          </a:p>
        </p:txBody>
      </p:sp>
      <p:graphicFrame>
        <p:nvGraphicFramePr>
          <p:cNvPr id="7" name="对象 -2147482609"/>
          <p:cNvGraphicFramePr>
            <a:graphicFrameLocks noChangeAspect="1"/>
          </p:cNvGraphicFramePr>
          <p:nvPr/>
        </p:nvGraphicFramePr>
        <p:xfrm>
          <a:off x="16117570" y="30441900"/>
          <a:ext cx="4253865" cy="929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32" imgW="1180465" imgH="254000" progId="Equation.DSMT4">
                  <p:embed/>
                </p:oleObj>
              </mc:Choice>
              <mc:Fallback>
                <p:oleObj name="" r:id="rId32" imgW="1180465" imgH="2540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6117570" y="30441900"/>
                        <a:ext cx="4253865" cy="929005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ln w="38100">
                        <a:solidFill>
                          <a:schemeClr val="bg1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Box 16"/>
          <p:cNvSpPr txBox="1"/>
          <p:nvPr/>
        </p:nvSpPr>
        <p:spPr>
          <a:xfrm>
            <a:off x="15115540" y="29599890"/>
            <a:ext cx="56381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chemeClr val="bg1"/>
                </a:solidFill>
                <a:ea typeface="Gulim" panose="020B0600000101010101" charset="-127"/>
              </a:rPr>
              <a:t>D</a:t>
            </a:r>
            <a:r>
              <a:rPr sz="2800" b="1" i="1" dirty="0">
                <a:solidFill>
                  <a:schemeClr val="bg1"/>
                </a:solidFill>
                <a:ea typeface="Gulim" panose="020B0600000101010101" charset="-127"/>
              </a:rPr>
              <a:t>ue to global electroneutrality</a:t>
            </a:r>
            <a:endParaRPr sz="2800" b="1" i="1" dirty="0">
              <a:solidFill>
                <a:schemeClr val="bg1"/>
              </a:solidFill>
              <a:ea typeface="Gulim" panose="020B0600000101010101" charset="-127"/>
            </a:endParaRPr>
          </a:p>
        </p:txBody>
      </p:sp>
      <p:graphicFrame>
        <p:nvGraphicFramePr>
          <p:cNvPr id="61" name="对象 6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6915765" y="31686500"/>
          <a:ext cx="2802255" cy="875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34" imgW="774065" imgH="241300" progId="Equation.KSEE3">
                  <p:embed/>
                </p:oleObj>
              </mc:Choice>
              <mc:Fallback>
                <p:oleObj name="" r:id="rId34" imgW="774065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6915765" y="31686500"/>
                        <a:ext cx="2802255" cy="875030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TextBox 3"/>
          <p:cNvSpPr txBox="1"/>
          <p:nvPr/>
        </p:nvSpPr>
        <p:spPr>
          <a:xfrm>
            <a:off x="10998200" y="32959675"/>
            <a:ext cx="1014476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>
                <a:solidFill>
                  <a:schemeClr val="bg1"/>
                </a:solidFill>
              </a:rPr>
              <a:t>Baroplastic</a:t>
            </a:r>
            <a:r>
              <a:rPr lang="en-US" altLang="ko-KR" sz="3200" b="1" dirty="0">
                <a:solidFill>
                  <a:schemeClr val="bg1"/>
                </a:solidFill>
              </a:rPr>
              <a:t> </a:t>
            </a:r>
            <a:r>
              <a:rPr lang="en-US" altLang="ko-KR" sz="3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PA/PC</a:t>
            </a:r>
            <a:r>
              <a:rPr lang="en-US" altLang="ko-KR" sz="3200" b="1" dirty="0">
                <a:solidFill>
                  <a:schemeClr val="bg1"/>
                </a:solidFill>
              </a:rPr>
              <a:t> blends    </a:t>
            </a:r>
            <a:endParaRPr lang="en-US" altLang="ko-KR" sz="3200" b="1" dirty="0">
              <a:solidFill>
                <a:schemeClr val="bg1"/>
              </a:solidFill>
            </a:endParaRPr>
          </a:p>
          <a:p>
            <a:r>
              <a:rPr lang="en-US" altLang="ko-KR" sz="3200" b="1" dirty="0">
                <a:solidFill>
                  <a:schemeClr val="bg1"/>
                </a:solidFill>
              </a:rPr>
              <a:t>                           At their critical points</a:t>
            </a:r>
            <a:endParaRPr lang="en-US" altLang="ko-KR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73" name="개체 5"/>
          <p:cNvGraphicFramePr>
            <a:graphicFrameLocks noChangeAspect="1"/>
          </p:cNvGraphicFramePr>
          <p:nvPr/>
        </p:nvGraphicFramePr>
        <p:xfrm>
          <a:off x="10529570" y="34157920"/>
          <a:ext cx="9189085" cy="1274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Equation" r:id="rId36" imgW="3327400" imgH="533400" progId="Equation.DSMT4">
                  <p:embed/>
                </p:oleObj>
              </mc:Choice>
              <mc:Fallback>
                <p:oleObj name="Equation" r:id="rId36" imgW="3327400" imgH="533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9570" y="34157920"/>
                        <a:ext cx="9189085" cy="1274445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개체 6"/>
          <p:cNvGraphicFramePr>
            <a:graphicFrameLocks noChangeAspect="1"/>
          </p:cNvGraphicFramePr>
          <p:nvPr/>
        </p:nvGraphicFramePr>
        <p:xfrm>
          <a:off x="11069955" y="35712400"/>
          <a:ext cx="8164195" cy="725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38" imgW="64312800" imgH="6096000" progId="Equation.DSMT4">
                  <p:embed/>
                </p:oleObj>
              </mc:Choice>
              <mc:Fallback>
                <p:oleObj name="Equation" r:id="rId38" imgW="64312800" imgH="6096000" progId="Equation.DSMT4">
                  <p:embed/>
                  <p:pic>
                    <p:nvPicPr>
                      <p:cNvPr id="0" name="개체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69955" y="35712400"/>
                        <a:ext cx="8164195" cy="725805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개체 7"/>
          <p:cNvGraphicFramePr>
            <a:graphicFrameLocks noChangeAspect="1"/>
          </p:cNvGraphicFramePr>
          <p:nvPr/>
        </p:nvGraphicFramePr>
        <p:xfrm>
          <a:off x="9389110" y="36713160"/>
          <a:ext cx="11499215" cy="1388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40" imgW="92659200" imgH="11582400" progId="Equation.DSMT4">
                  <p:embed/>
                </p:oleObj>
              </mc:Choice>
              <mc:Fallback>
                <p:oleObj name="Equation" r:id="rId40" imgW="92659200" imgH="11582400" progId="Equation.DSMT4">
                  <p:embed/>
                  <p:pic>
                    <p:nvPicPr>
                      <p:cNvPr id="0" name="개체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9110" y="36713160"/>
                        <a:ext cx="11499215" cy="1388745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개체 8"/>
          <p:cNvGraphicFramePr>
            <a:graphicFrameLocks noChangeAspect="1"/>
          </p:cNvGraphicFramePr>
          <p:nvPr/>
        </p:nvGraphicFramePr>
        <p:xfrm>
          <a:off x="13569315" y="38388925"/>
          <a:ext cx="2875280" cy="795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Equation" r:id="rId42" imgW="18288000" imgH="5791200" progId="Equation.DSMT4">
                  <p:embed/>
                </p:oleObj>
              </mc:Choice>
              <mc:Fallback>
                <p:oleObj name="Equation" r:id="rId42" imgW="18288000" imgH="5791200" progId="Equation.DSMT4">
                  <p:embed/>
                  <p:pic>
                    <p:nvPicPr>
                      <p:cNvPr id="0" name="개체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69315" y="38388925"/>
                        <a:ext cx="2875280" cy="795020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右弧形箭头 28"/>
          <p:cNvSpPr/>
          <p:nvPr/>
        </p:nvSpPr>
        <p:spPr>
          <a:xfrm>
            <a:off x="20753705" y="29878020"/>
            <a:ext cx="730885" cy="986155"/>
          </a:xfrm>
          <a:prstGeom prst="curvedLeftArrow">
            <a:avLst>
              <a:gd name="adj1" fmla="val 25000"/>
              <a:gd name="adj2" fmla="val 83231"/>
              <a:gd name="adj3" fmla="val 25000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067800" y="27490420"/>
            <a:ext cx="5519420" cy="5290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2097</Words>
  <Application>WPS 演示</Application>
  <PresentationFormat>사용자 지정</PresentationFormat>
  <Paragraphs>84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17</vt:i4>
      </vt:variant>
      <vt:variant>
        <vt:lpstr>幻灯片标题</vt:lpstr>
      </vt:variant>
      <vt:variant>
        <vt:i4>1</vt:i4>
      </vt:variant>
    </vt:vector>
  </HeadingPairs>
  <TitlesOfParts>
    <vt:vector size="33" baseType="lpstr">
      <vt:lpstr>Arial</vt:lpstr>
      <vt:lpstr>宋体</vt:lpstr>
      <vt:lpstr>Wingdings</vt:lpstr>
      <vt:lpstr>신명조</vt:lpstr>
      <vt:lpstr>Monotype Sorts</vt:lpstr>
      <vt:lpstr>Wingdings</vt:lpstr>
      <vt:lpstr>Times New Roman</vt:lpstr>
      <vt:lpstr>Malgun Gothic</vt:lpstr>
      <vt:lpstr>나눔고딕 ExtraBold</vt:lpstr>
      <vt:lpstr>Gulim</vt:lpstr>
      <vt:lpstr>BatangChe</vt:lpstr>
      <vt:lpstr>微软雅黑</vt:lpstr>
      <vt:lpstr>Arial Unicode MS</vt:lpstr>
      <vt:lpstr>FZSong_Superfont</vt:lpstr>
      <vt:lpstr>Office 테마</vt:lpstr>
      <vt:lpstr>Equation.DSMT4</vt:lpstr>
      <vt:lpstr>Equation.KSEE3</vt:lpstr>
      <vt:lpstr>Equation.KSEE3</vt:lpstr>
      <vt:lpstr>Equation.DSMT4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Equation.KSEE3</vt:lpstr>
      <vt:lpstr>PowerPoint 演示文稿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Owner</dc:creator>
  <cp:lastModifiedBy>ゞEinsteinゞ</cp:lastModifiedBy>
  <cp:revision>989</cp:revision>
  <cp:lastPrinted>2020-09-24T04:53:00Z</cp:lastPrinted>
  <dcterms:created xsi:type="dcterms:W3CDTF">2012-10-08T06:07:00Z</dcterms:created>
  <dcterms:modified xsi:type="dcterms:W3CDTF">2022-04-04T04:38:56Z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