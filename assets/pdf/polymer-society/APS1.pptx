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43891200" cy="32918400"/>
  <p:notesSz cx="6797675" cy="9928225"/>
  <p:custDataLst>
    <p:tags r:id="rId8"/>
  </p:custDataLst>
  <p:defaultTextStyle>
    <a:defPPr>
      <a:defRPr lang="en-US"/>
    </a:defPPr>
    <a:lvl1pPr marL="0" lvl="0" indent="0" algn="l" defTabSz="914400" rtl="0" eaLnBrk="0" fontAlgn="base" latinLnBrk="0" hangingPunct="0">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0288"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C959"/>
    <a:srgbClr val="0066FF"/>
    <a:srgbClr val="DCE8F4"/>
    <a:srgbClr val="FFCCCC"/>
    <a:srgbClr val="CCECFF"/>
    <a:srgbClr val="001E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snapToGrid="0" showGuides="1">
      <p:cViewPr>
        <p:scale>
          <a:sx n="50" d="100"/>
          <a:sy n="50" d="100"/>
        </p:scale>
        <p:origin x="-4782" y="-1158"/>
      </p:cViewPr>
      <p:guideLst>
        <p:guide orient="horz" pos="10288"/>
        <p:guide pos="13824"/>
      </p:guideLst>
    </p:cSldViewPr>
  </p:slideViewPr>
  <p:notesTextViewPr>
    <p:cViewPr>
      <p:scale>
        <a:sx n="100" d="100"/>
        <a:sy n="100" d="100"/>
      </p:scale>
      <p:origin x="0" y="0"/>
    </p:cViewPr>
  </p:notesTextViewPr>
  <p:gridSpacing cx="76198" cy="76198"/>
</p:viewPr>
</file>

<file path=ppt/_rels/presentation.xml.rels><?xml version="1.0" encoding="UTF-8" standalone="yes"?>
<Relationships xmlns="http://schemas.openxmlformats.org/package/2006/relationships"><Relationship Id="rId8" Type="http://schemas.openxmlformats.org/officeDocument/2006/relationships/tags" Target="tags/tag49.xml"/><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26.wmf"/><Relationship Id="rId7" Type="http://schemas.openxmlformats.org/officeDocument/2006/relationships/image" Target="../media/image25.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1.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4813" cy="496888"/>
          </a:xfrm>
          <a:prstGeom prst="rect">
            <a:avLst/>
          </a:prstGeom>
        </p:spPr>
        <p:txBody>
          <a:bodyPr vert="horz" wrap="square" lIns="102669" tIns="51334" rIns="102669" bIns="51334" numCol="1" anchor="t" anchorCtr="0" compatLnSpc="1"/>
          <a:lstStyle>
            <a:lvl1pPr eaLnBrk="1" hangingPunct="1">
              <a:defRPr sz="13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日期占位符 2"/>
          <p:cNvSpPr>
            <a:spLocks noGrp="1"/>
          </p:cNvSpPr>
          <p:nvPr>
            <p:ph type="dt" idx="1"/>
          </p:nvPr>
        </p:nvSpPr>
        <p:spPr>
          <a:xfrm>
            <a:off x="3851275" y="0"/>
            <a:ext cx="2944813" cy="496888"/>
          </a:xfrm>
          <a:prstGeom prst="rect">
            <a:avLst/>
          </a:prstGeom>
        </p:spPr>
        <p:txBody>
          <a:bodyPr vert="horz" wrap="square" lIns="102669" tIns="51334" rIns="102669" bIns="51334" numCol="1" anchor="t"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729FC48B-40EC-4639-A737-D56BE2390046}" type="datetime1">
              <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52" name="幻灯片图像占位符 3"/>
          <p:cNvSpPr>
            <a:spLocks noGrp="1" noRot="1" noChangeAspect="1"/>
          </p:cNvSpPr>
          <p:nvPr>
            <p:ph type="sldImg"/>
          </p:nvPr>
        </p:nvSpPr>
        <p:spPr>
          <a:xfrm>
            <a:off x="1165225" y="1241425"/>
            <a:ext cx="4467225" cy="3351213"/>
          </a:xfrm>
          <a:prstGeom prst="rect">
            <a:avLst/>
          </a:prstGeom>
          <a:noFill/>
          <a:ln w="12700" cap="flat" cmpd="sng">
            <a:solidFill>
              <a:srgbClr val="000000"/>
            </a:solidFill>
            <a:prstDash val="solid"/>
            <a:round/>
            <a:headEnd type="none" w="med" len="med"/>
            <a:tailEnd type="none" w="med" len="med"/>
          </a:ln>
        </p:spPr>
      </p:sp>
      <p:sp>
        <p:nvSpPr>
          <p:cNvPr id="2053" name="备注占位符 4"/>
          <p:cNvSpPr>
            <a:spLocks noGrp="1" noChangeArrowheads="1"/>
          </p:cNvSpPr>
          <p:nvPr>
            <p:ph type="body" sz="quarter" idx="4294967295"/>
          </p:nvPr>
        </p:nvSpPr>
        <p:spPr bwMode="auto">
          <a:xfrm>
            <a:off x="679450" y="4778375"/>
            <a:ext cx="5438775"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669" tIns="51334" rIns="102669" bIns="51334"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9431338"/>
            <a:ext cx="2944813" cy="496888"/>
          </a:xfrm>
          <a:prstGeom prst="rect">
            <a:avLst/>
          </a:prstGeom>
        </p:spPr>
        <p:txBody>
          <a:bodyPr vert="horz" wrap="square" lIns="102669" tIns="51334" rIns="102669" bIns="51334" numCol="1" anchor="b" anchorCtr="0" compatLnSpc="1"/>
          <a:lstStyle>
            <a:lvl1pPr eaLnBrk="1" hangingPunct="1">
              <a:defRPr sz="13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5"/>
          </p:nvPr>
        </p:nvSpPr>
        <p:spPr>
          <a:xfrm>
            <a:off x="3851275" y="9431338"/>
            <a:ext cx="2944813" cy="496888"/>
          </a:xfrm>
          <a:prstGeom prst="rect">
            <a:avLst/>
          </a:prstGeom>
        </p:spPr>
        <p:txBody>
          <a:bodyPr vert="horz" wrap="square" lIns="102669" tIns="51334" rIns="102669" bIns="51334" numCol="1" anchor="b"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FAAE7170-B52F-4CDA-A88F-1BE34F2017D0}" type="slidenum">
              <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a:ln>
            <a:miter lim="800000"/>
          </a:ln>
        </p:spPr>
      </p:sp>
      <p:sp>
        <p:nvSpPr>
          <p:cNvPr id="4099" name="文本占位符 2"/>
          <p:cNvSpPr>
            <a:spLocks noGrp="1"/>
          </p:cNvSpPr>
          <p:nvPr>
            <p:ph type="body"/>
          </p:nvPr>
        </p:nvSpPr>
        <p:spPr/>
        <p:txBody>
          <a:bodyPr wrap="square" lIns="102669" tIns="51334" rIns="102669" bIns="51334" anchor="t"/>
          <a:lstStyle/>
          <a:p>
            <a:pPr lvl="0" eaLnBrk="1" hangingPunct="1"/>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5486400" y="5387342"/>
            <a:ext cx="32918400" cy="11460480"/>
          </a:xfrm>
        </p:spPr>
        <p:txBody>
          <a:bodyPr anchor="b"/>
          <a:lstStyle>
            <a:lvl1pPr algn="ctr">
              <a:defRPr sz="216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5486400" y="17289782"/>
            <a:ext cx="32918400" cy="7947658"/>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zh-CN" altLang="en-US" noProof="1"/>
              <a:t>单击此处编辑母版副标题样式</a:t>
            </a:r>
            <a:endParaRPr lang="zh-CN" altLang="en-US" noProof="1"/>
          </a:p>
        </p:txBody>
      </p:sp>
      <p:sp>
        <p:nvSpPr>
          <p:cNvPr id="4" name="日期占位符 3"/>
          <p:cNvSpPr>
            <a:spLocks noGrp="1"/>
          </p:cNvSpPr>
          <p:nvPr>
            <p:ph type="dt" sz="half" idx="10"/>
          </p:nvPr>
        </p:nvSpPr>
        <p:spPr/>
        <p:txBody>
          <a:bodyPr/>
          <a:lstStyle/>
          <a:p>
            <a:pPr marL="0" marR="0" lvl="0" indent="0" algn="l"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5" name="页脚占位符 4"/>
          <p:cNvSpPr>
            <a:spLocks noGrp="1"/>
          </p:cNvSpPr>
          <p:nvPr>
            <p:ph type="ftr" sz="quarter" idx="11"/>
          </p:nvPr>
        </p:nvSpPr>
        <p:spPr/>
        <p:txBody>
          <a:bodyPr/>
          <a:lstStyle/>
          <a:p>
            <a:pPr marL="0" marR="0" lvl="0" indent="0" algn="ctr"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6" name="灯片编号占位符 5"/>
          <p:cNvSpPr>
            <a:spLocks noGrp="1"/>
          </p:cNvSpPr>
          <p:nvPr>
            <p:ph type="sldNum" sz="quarter" idx="12"/>
          </p:nvPr>
        </p:nvSpPr>
        <p:spPr/>
        <p:txBody>
          <a:bodyPr/>
          <a:lstStyle/>
          <a:p>
            <a:pPr marL="0" marR="0" lvl="0" indent="0" algn="r" defTabSz="4702175" rtl="0" eaLnBrk="1" fontAlgn="base" latinLnBrk="0" hangingPunct="1">
              <a:lnSpc>
                <a:spcPct val="100000"/>
              </a:lnSpc>
              <a:spcBef>
                <a:spcPct val="0"/>
              </a:spcBef>
              <a:spcAft>
                <a:spcPct val="0"/>
              </a:spcAft>
              <a:buClrTx/>
              <a:buSzTx/>
              <a:buFontTx/>
              <a:buNone/>
              <a:defRPr/>
            </a:pPr>
            <a:fld id="{C4B02AC4-119E-4F78-9798-92E3022F52DC}" type="slidenum">
              <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rPr>
            </a:fld>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5" name="页脚占位符 4"/>
          <p:cNvSpPr>
            <a:spLocks noGrp="1"/>
          </p:cNvSpPr>
          <p:nvPr>
            <p:ph type="ftr" sz="quarter" idx="11"/>
          </p:nvPr>
        </p:nvSpPr>
        <p:spPr/>
        <p:txBody>
          <a:bodyPr/>
          <a:lstStyle/>
          <a:p>
            <a:pPr marL="0" marR="0" lvl="0" indent="0" algn="ctr"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6" name="灯片编号占位符 5"/>
          <p:cNvSpPr>
            <a:spLocks noGrp="1"/>
          </p:cNvSpPr>
          <p:nvPr>
            <p:ph type="sldNum" sz="quarter" idx="12"/>
          </p:nvPr>
        </p:nvSpPr>
        <p:spPr/>
        <p:txBody>
          <a:bodyPr/>
          <a:lstStyle/>
          <a:p>
            <a:pPr marL="0" marR="0" lvl="0" indent="0" algn="r" defTabSz="4702175" rtl="0" eaLnBrk="1" fontAlgn="base" latinLnBrk="0" hangingPunct="1">
              <a:lnSpc>
                <a:spcPct val="100000"/>
              </a:lnSpc>
              <a:spcBef>
                <a:spcPct val="0"/>
              </a:spcBef>
              <a:spcAft>
                <a:spcPct val="0"/>
              </a:spcAft>
              <a:buClrTx/>
              <a:buSzTx/>
              <a:buFontTx/>
              <a:buNone/>
              <a:defRPr/>
            </a:pPr>
            <a:fld id="{C4B02AC4-119E-4F78-9798-92E3022F52DC}" type="slidenum">
              <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rPr>
            </a:fld>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2994660" y="8206742"/>
            <a:ext cx="37856160" cy="13693138"/>
          </a:xfrm>
        </p:spPr>
        <p:txBody>
          <a:bodyPr anchor="b"/>
          <a:lstStyle>
            <a:lvl1pPr>
              <a:defRPr sz="216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2994660" y="22029422"/>
            <a:ext cx="37856160" cy="7200898"/>
          </a:xfrm>
        </p:spPr>
        <p:txBody>
          <a:bodyPr/>
          <a:lstStyle>
            <a:lvl1pPr marL="0" indent="0">
              <a:buNone/>
              <a:defRPr sz="8640">
                <a:solidFill>
                  <a:schemeClr val="tx1">
                    <a:tint val="75000"/>
                  </a:schemeClr>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p>
            <a:pPr marL="0" marR="0" lvl="0" indent="0" algn="l"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5" name="页脚占位符 4"/>
          <p:cNvSpPr>
            <a:spLocks noGrp="1"/>
          </p:cNvSpPr>
          <p:nvPr>
            <p:ph type="ftr" sz="quarter" idx="11"/>
          </p:nvPr>
        </p:nvSpPr>
        <p:spPr/>
        <p:txBody>
          <a:bodyPr/>
          <a:lstStyle/>
          <a:p>
            <a:pPr marL="0" marR="0" lvl="0" indent="0" algn="ctr"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6" name="灯片编号占位符 5"/>
          <p:cNvSpPr>
            <a:spLocks noGrp="1"/>
          </p:cNvSpPr>
          <p:nvPr>
            <p:ph type="sldNum" sz="quarter" idx="12"/>
          </p:nvPr>
        </p:nvSpPr>
        <p:spPr/>
        <p:txBody>
          <a:bodyPr/>
          <a:lstStyle/>
          <a:p>
            <a:pPr marL="0" marR="0" lvl="0" indent="0" algn="r" defTabSz="4702175" rtl="0" eaLnBrk="1" fontAlgn="base" latinLnBrk="0" hangingPunct="1">
              <a:lnSpc>
                <a:spcPct val="100000"/>
              </a:lnSpc>
              <a:spcBef>
                <a:spcPct val="0"/>
              </a:spcBef>
              <a:spcAft>
                <a:spcPct val="0"/>
              </a:spcAft>
              <a:buClrTx/>
              <a:buSzTx/>
              <a:buFontTx/>
              <a:buNone/>
              <a:defRPr/>
            </a:pPr>
            <a:fld id="{C4B02AC4-119E-4F78-9798-92E3022F52DC}" type="slidenum">
              <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rPr>
            </a:fld>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2193925" y="7680325"/>
            <a:ext cx="19356642" cy="217249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22340634" y="7680325"/>
            <a:ext cx="19356642" cy="217249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lstStyle/>
          <a:p>
            <a:pPr marL="0" marR="0" lvl="0" indent="0" algn="l"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6" name="页脚占位符 5"/>
          <p:cNvSpPr>
            <a:spLocks noGrp="1"/>
          </p:cNvSpPr>
          <p:nvPr>
            <p:ph type="ftr" sz="quarter" idx="11"/>
          </p:nvPr>
        </p:nvSpPr>
        <p:spPr/>
        <p:txBody>
          <a:bodyPr/>
          <a:lstStyle/>
          <a:p>
            <a:pPr marL="0" marR="0" lvl="0" indent="0" algn="ctr"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7" name="灯片编号占位符 6"/>
          <p:cNvSpPr>
            <a:spLocks noGrp="1"/>
          </p:cNvSpPr>
          <p:nvPr>
            <p:ph type="sldNum" sz="quarter" idx="12"/>
          </p:nvPr>
        </p:nvSpPr>
        <p:spPr/>
        <p:txBody>
          <a:bodyPr/>
          <a:lstStyle/>
          <a:p>
            <a:pPr marL="0" marR="0" lvl="0" indent="0" algn="r" defTabSz="4702175" rtl="0" eaLnBrk="1" fontAlgn="base" latinLnBrk="0" hangingPunct="1">
              <a:lnSpc>
                <a:spcPct val="100000"/>
              </a:lnSpc>
              <a:spcBef>
                <a:spcPct val="0"/>
              </a:spcBef>
              <a:spcAft>
                <a:spcPct val="0"/>
              </a:spcAft>
              <a:buClrTx/>
              <a:buSzTx/>
              <a:buFontTx/>
              <a:buNone/>
              <a:defRPr/>
            </a:pPr>
            <a:fld id="{C4B02AC4-119E-4F78-9798-92E3022F52DC}" type="slidenum">
              <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rPr>
            </a:fld>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023237" y="1752600"/>
            <a:ext cx="37856160" cy="6362702"/>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272386" y="8536502"/>
            <a:ext cx="17544866" cy="3954778"/>
          </a:xfrm>
        </p:spPr>
        <p:txBody>
          <a:bodyPr anchor="ctr"/>
          <a:lstStyle>
            <a:lvl1pPr marL="0" indent="0">
              <a:buNone/>
              <a:defRPr sz="10080"/>
            </a:lvl1pPr>
            <a:lvl2pPr marL="1645920" indent="0">
              <a:buNone/>
              <a:defRPr sz="8640"/>
            </a:lvl2pPr>
            <a:lvl3pPr marL="3291840" indent="0">
              <a:buNone/>
              <a:defRPr sz="7200"/>
            </a:lvl3pPr>
            <a:lvl4pPr marL="4937760" indent="0">
              <a:buNone/>
              <a:defRPr sz="6480"/>
            </a:lvl4pPr>
            <a:lvl5pPr marL="6583680" indent="0">
              <a:buNone/>
              <a:defRPr sz="6480"/>
            </a:lvl5pPr>
            <a:lvl6pPr marL="8229600" indent="0">
              <a:buNone/>
              <a:defRPr sz="6480"/>
            </a:lvl6pPr>
            <a:lvl7pPr marL="9875520" indent="0">
              <a:buNone/>
              <a:defRPr sz="6480"/>
            </a:lvl7pPr>
            <a:lvl8pPr marL="11521440" indent="0">
              <a:buNone/>
              <a:defRPr sz="6480"/>
            </a:lvl8pPr>
            <a:lvl9pPr marL="13167360" indent="0">
              <a:buNone/>
              <a:defRPr sz="648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272386" y="12793819"/>
            <a:ext cx="17544866" cy="169165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22524977" y="8536502"/>
            <a:ext cx="17631274" cy="3954778"/>
          </a:xfrm>
        </p:spPr>
        <p:txBody>
          <a:bodyPr anchor="ctr"/>
          <a:lstStyle>
            <a:lvl1pPr marL="0" indent="0">
              <a:buNone/>
              <a:defRPr sz="10080"/>
            </a:lvl1pPr>
            <a:lvl2pPr marL="1645920" indent="0">
              <a:buNone/>
              <a:defRPr sz="8640"/>
            </a:lvl2pPr>
            <a:lvl3pPr marL="3291840" indent="0">
              <a:buNone/>
              <a:defRPr sz="7200"/>
            </a:lvl3pPr>
            <a:lvl4pPr marL="4937760" indent="0">
              <a:buNone/>
              <a:defRPr sz="6480"/>
            </a:lvl4pPr>
            <a:lvl5pPr marL="6583680" indent="0">
              <a:buNone/>
              <a:defRPr sz="6480"/>
            </a:lvl5pPr>
            <a:lvl6pPr marL="8229600" indent="0">
              <a:buNone/>
              <a:defRPr sz="6480"/>
            </a:lvl6pPr>
            <a:lvl7pPr marL="9875520" indent="0">
              <a:buNone/>
              <a:defRPr sz="6480"/>
            </a:lvl7pPr>
            <a:lvl8pPr marL="11521440" indent="0">
              <a:buNone/>
              <a:defRPr sz="6480"/>
            </a:lvl8pPr>
            <a:lvl9pPr marL="13167360" indent="0">
              <a:buNone/>
              <a:defRPr sz="648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22524977" y="12793819"/>
            <a:ext cx="17631274" cy="169165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lstStyle/>
          <a:p>
            <a:pPr marL="0" marR="0" lvl="0" indent="0" algn="l"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8" name="页脚占位符 7"/>
          <p:cNvSpPr>
            <a:spLocks noGrp="1"/>
          </p:cNvSpPr>
          <p:nvPr>
            <p:ph type="ftr" sz="quarter" idx="11"/>
          </p:nvPr>
        </p:nvSpPr>
        <p:spPr/>
        <p:txBody>
          <a:bodyPr/>
          <a:lstStyle/>
          <a:p>
            <a:pPr marL="0" marR="0" lvl="0" indent="0" algn="ctr"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9" name="灯片编号占位符 8"/>
          <p:cNvSpPr>
            <a:spLocks noGrp="1"/>
          </p:cNvSpPr>
          <p:nvPr>
            <p:ph type="sldNum" sz="quarter" idx="12"/>
          </p:nvPr>
        </p:nvSpPr>
        <p:spPr/>
        <p:txBody>
          <a:bodyPr/>
          <a:lstStyle/>
          <a:p>
            <a:pPr marL="0" marR="0" lvl="0" indent="0" algn="r" defTabSz="4702175" rtl="0" eaLnBrk="1" fontAlgn="base" latinLnBrk="0" hangingPunct="1">
              <a:lnSpc>
                <a:spcPct val="100000"/>
              </a:lnSpc>
              <a:spcBef>
                <a:spcPct val="0"/>
              </a:spcBef>
              <a:spcAft>
                <a:spcPct val="0"/>
              </a:spcAft>
              <a:buClrTx/>
              <a:buSzTx/>
              <a:buFontTx/>
              <a:buNone/>
              <a:defRPr/>
            </a:pPr>
            <a:fld id="{C4B02AC4-119E-4F78-9798-92E3022F52DC}" type="slidenum">
              <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rPr>
            </a:fld>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4" name="页脚占位符 3"/>
          <p:cNvSpPr>
            <a:spLocks noGrp="1"/>
          </p:cNvSpPr>
          <p:nvPr>
            <p:ph type="ftr" sz="quarter" idx="11"/>
          </p:nvPr>
        </p:nvSpPr>
        <p:spPr/>
        <p:txBody>
          <a:bodyPr/>
          <a:lstStyle/>
          <a:p>
            <a:pPr marL="0" marR="0" lvl="0" indent="0" algn="ctr"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5" name="灯片编号占位符 4"/>
          <p:cNvSpPr>
            <a:spLocks noGrp="1"/>
          </p:cNvSpPr>
          <p:nvPr>
            <p:ph type="sldNum" sz="quarter" idx="12"/>
          </p:nvPr>
        </p:nvSpPr>
        <p:spPr/>
        <p:txBody>
          <a:bodyPr/>
          <a:lstStyle/>
          <a:p>
            <a:pPr marL="0" marR="0" lvl="0" indent="0" algn="r" defTabSz="4702175" rtl="0" eaLnBrk="1" fontAlgn="base" latinLnBrk="0" hangingPunct="1">
              <a:lnSpc>
                <a:spcPct val="100000"/>
              </a:lnSpc>
              <a:spcBef>
                <a:spcPct val="0"/>
              </a:spcBef>
              <a:spcAft>
                <a:spcPct val="0"/>
              </a:spcAft>
              <a:buClrTx/>
              <a:buSzTx/>
              <a:buFontTx/>
              <a:buNone/>
              <a:defRPr/>
            </a:pPr>
            <a:fld id="{C4B02AC4-119E-4F78-9798-92E3022F52DC}" type="slidenum">
              <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rPr>
            </a:fld>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3" name="页脚占位符 2"/>
          <p:cNvSpPr>
            <a:spLocks noGrp="1"/>
          </p:cNvSpPr>
          <p:nvPr>
            <p:ph type="ftr" sz="quarter" idx="11"/>
          </p:nvPr>
        </p:nvSpPr>
        <p:spPr/>
        <p:txBody>
          <a:bodyPr/>
          <a:lstStyle/>
          <a:p>
            <a:pPr marL="0" marR="0" lvl="0" indent="0" algn="ctr"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4" name="灯片编号占位符 3"/>
          <p:cNvSpPr>
            <a:spLocks noGrp="1"/>
          </p:cNvSpPr>
          <p:nvPr>
            <p:ph type="sldNum" sz="quarter" idx="12"/>
          </p:nvPr>
        </p:nvSpPr>
        <p:spPr/>
        <p:txBody>
          <a:bodyPr/>
          <a:lstStyle/>
          <a:p>
            <a:pPr marL="0" marR="0" lvl="0" indent="0" algn="r" defTabSz="4702175" rtl="0" eaLnBrk="1" fontAlgn="base" latinLnBrk="0" hangingPunct="1">
              <a:lnSpc>
                <a:spcPct val="100000"/>
              </a:lnSpc>
              <a:spcBef>
                <a:spcPct val="0"/>
              </a:spcBef>
              <a:spcAft>
                <a:spcPct val="0"/>
              </a:spcAft>
              <a:buClrTx/>
              <a:buSzTx/>
              <a:buFontTx/>
              <a:buNone/>
              <a:defRPr/>
            </a:pPr>
            <a:fld id="{C4B02AC4-119E-4F78-9798-92E3022F52DC}" type="slidenum">
              <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rPr>
            </a:fld>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023237" y="2194560"/>
            <a:ext cx="14156053" cy="7680960"/>
          </a:xfrm>
        </p:spPr>
        <p:txBody>
          <a:bodyPr anchor="b"/>
          <a:lstStyle>
            <a:lvl1pPr>
              <a:defRPr sz="1152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18659477" y="4739640"/>
            <a:ext cx="22219920" cy="233934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3023237" y="9875520"/>
            <a:ext cx="14156053" cy="18295622"/>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6" name="页脚占位符 5"/>
          <p:cNvSpPr>
            <a:spLocks noGrp="1"/>
          </p:cNvSpPr>
          <p:nvPr>
            <p:ph type="ftr" sz="quarter" idx="11"/>
          </p:nvPr>
        </p:nvSpPr>
        <p:spPr/>
        <p:txBody>
          <a:bodyPr/>
          <a:lstStyle/>
          <a:p>
            <a:pPr marL="0" marR="0" lvl="0" indent="0" algn="ctr"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7" name="灯片编号占位符 6"/>
          <p:cNvSpPr>
            <a:spLocks noGrp="1"/>
          </p:cNvSpPr>
          <p:nvPr>
            <p:ph type="sldNum" sz="quarter" idx="12"/>
          </p:nvPr>
        </p:nvSpPr>
        <p:spPr/>
        <p:txBody>
          <a:bodyPr/>
          <a:lstStyle/>
          <a:p>
            <a:pPr marL="0" marR="0" lvl="0" indent="0" algn="r" defTabSz="4702175" rtl="0" eaLnBrk="1" fontAlgn="base" latinLnBrk="0" hangingPunct="1">
              <a:lnSpc>
                <a:spcPct val="100000"/>
              </a:lnSpc>
              <a:spcBef>
                <a:spcPct val="0"/>
              </a:spcBef>
              <a:spcAft>
                <a:spcPct val="0"/>
              </a:spcAft>
              <a:buClrTx/>
              <a:buSzTx/>
              <a:buFontTx/>
              <a:buNone/>
              <a:defRPr/>
            </a:pPr>
            <a:fld id="{C4B02AC4-119E-4F78-9798-92E3022F52DC}" type="slidenum">
              <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rPr>
            </a:fld>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023237" y="2194560"/>
            <a:ext cx="14995256" cy="7680960"/>
          </a:xfrm>
        </p:spPr>
        <p:txBody>
          <a:bodyPr anchor="b"/>
          <a:lstStyle>
            <a:lvl1pPr>
              <a:defRPr sz="1152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8659477" y="2194565"/>
            <a:ext cx="22219920" cy="25938480"/>
          </a:xfrm>
        </p:spPr>
        <p:txBody>
          <a:bodyPr vert="horz" wrap="square" lIns="470258" tIns="235129" rIns="470258" bIns="235129" numCol="1" anchor="t" anchorCtr="0" compatLnSpc="1"/>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pPr marL="0" marR="0" lvl="0" indent="0" algn="l" defTabSz="4702175" rtl="0" eaLnBrk="0" fontAlgn="base" latinLnBrk="0" hangingPunct="0">
              <a:lnSpc>
                <a:spcPct val="100000"/>
              </a:lnSpc>
              <a:spcBef>
                <a:spcPct val="20000"/>
              </a:spcBef>
              <a:spcAft>
                <a:spcPct val="0"/>
              </a:spcAft>
              <a:buClrTx/>
              <a:buSzTx/>
              <a:buFontTx/>
              <a:buNone/>
              <a:defRPr/>
            </a:pPr>
            <a:endParaRPr kumimoji="0" lang="zh-CN" altLang="en-US" sz="1152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3023237" y="9875520"/>
            <a:ext cx="14995256" cy="18295622"/>
          </a:xfrm>
        </p:spPr>
        <p:txBody>
          <a:bodyPr/>
          <a:lstStyle>
            <a:lvl1pPr marL="0" indent="0">
              <a:buNone/>
              <a:defRPr sz="7200"/>
            </a:lvl1pPr>
            <a:lvl2pPr marL="1645920" indent="0">
              <a:buNone/>
              <a:defRPr sz="6480"/>
            </a:lvl2pPr>
            <a:lvl3pPr marL="3291840" indent="0">
              <a:buNone/>
              <a:defRPr sz="5760"/>
            </a:lvl3pPr>
            <a:lvl4pPr marL="4937760" indent="0">
              <a:buNone/>
              <a:defRPr sz="5040"/>
            </a:lvl4pPr>
            <a:lvl5pPr marL="6583680" indent="0">
              <a:buNone/>
              <a:defRPr sz="5040"/>
            </a:lvl5pPr>
            <a:lvl6pPr marL="8229600" indent="0">
              <a:buNone/>
              <a:defRPr sz="5040"/>
            </a:lvl6pPr>
            <a:lvl7pPr marL="9875520" indent="0">
              <a:buNone/>
              <a:defRPr sz="5040"/>
            </a:lvl7pPr>
            <a:lvl8pPr marL="11521440" indent="0">
              <a:buNone/>
              <a:defRPr sz="5040"/>
            </a:lvl8pPr>
            <a:lvl9pPr marL="13167360" indent="0">
              <a:buNone/>
              <a:defRPr sz="504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6" name="页脚占位符 5"/>
          <p:cNvSpPr>
            <a:spLocks noGrp="1"/>
          </p:cNvSpPr>
          <p:nvPr>
            <p:ph type="ftr" sz="quarter" idx="11"/>
          </p:nvPr>
        </p:nvSpPr>
        <p:spPr/>
        <p:txBody>
          <a:bodyPr/>
          <a:lstStyle/>
          <a:p>
            <a:pPr marL="0" marR="0" lvl="0" indent="0" algn="ctr"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7" name="灯片编号占位符 6"/>
          <p:cNvSpPr>
            <a:spLocks noGrp="1"/>
          </p:cNvSpPr>
          <p:nvPr>
            <p:ph type="sldNum" sz="quarter" idx="12"/>
          </p:nvPr>
        </p:nvSpPr>
        <p:spPr/>
        <p:txBody>
          <a:bodyPr/>
          <a:lstStyle/>
          <a:p>
            <a:pPr marL="0" marR="0" lvl="0" indent="0" algn="r" defTabSz="4702175" rtl="0" eaLnBrk="1" fontAlgn="base" latinLnBrk="0" hangingPunct="1">
              <a:lnSpc>
                <a:spcPct val="100000"/>
              </a:lnSpc>
              <a:spcBef>
                <a:spcPct val="0"/>
              </a:spcBef>
              <a:spcAft>
                <a:spcPct val="0"/>
              </a:spcAft>
              <a:buClrTx/>
              <a:buSzTx/>
              <a:buFontTx/>
              <a:buNone/>
              <a:defRPr/>
            </a:pPr>
            <a:fld id="{C4B02AC4-119E-4F78-9798-92E3022F52DC}" type="slidenum">
              <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rPr>
            </a:fld>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5" name="页脚占位符 4"/>
          <p:cNvSpPr>
            <a:spLocks noGrp="1"/>
          </p:cNvSpPr>
          <p:nvPr>
            <p:ph type="ftr" sz="quarter" idx="11"/>
          </p:nvPr>
        </p:nvSpPr>
        <p:spPr/>
        <p:txBody>
          <a:bodyPr/>
          <a:lstStyle/>
          <a:p>
            <a:pPr marL="0" marR="0" lvl="0" indent="0" algn="ctr"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6" name="灯片编号占位符 5"/>
          <p:cNvSpPr>
            <a:spLocks noGrp="1"/>
          </p:cNvSpPr>
          <p:nvPr>
            <p:ph type="sldNum" sz="quarter" idx="12"/>
          </p:nvPr>
        </p:nvSpPr>
        <p:spPr/>
        <p:txBody>
          <a:bodyPr/>
          <a:lstStyle/>
          <a:p>
            <a:pPr marL="0" marR="0" lvl="0" indent="0" algn="r" defTabSz="4702175" rtl="0" eaLnBrk="1" fontAlgn="base" latinLnBrk="0" hangingPunct="1">
              <a:lnSpc>
                <a:spcPct val="100000"/>
              </a:lnSpc>
              <a:spcBef>
                <a:spcPct val="0"/>
              </a:spcBef>
              <a:spcAft>
                <a:spcPct val="0"/>
              </a:spcAft>
              <a:buClrTx/>
              <a:buSzTx/>
              <a:buFontTx/>
              <a:buNone/>
              <a:defRPr/>
            </a:pPr>
            <a:fld id="{C4B02AC4-119E-4F78-9798-92E3022F52DC}" type="slidenum">
              <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rPr>
            </a:fld>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31821438" y="1317625"/>
            <a:ext cx="9875838" cy="280876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2193925" y="1317625"/>
            <a:ext cx="29055000" cy="28087638"/>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5" name="页脚占位符 4"/>
          <p:cNvSpPr>
            <a:spLocks noGrp="1"/>
          </p:cNvSpPr>
          <p:nvPr>
            <p:ph type="ftr" sz="quarter" idx="11"/>
          </p:nvPr>
        </p:nvSpPr>
        <p:spPr/>
        <p:txBody>
          <a:bodyPr/>
          <a:lstStyle/>
          <a:p>
            <a:pPr marL="0" marR="0" lvl="0" indent="0" algn="ctr"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6" name="灯片编号占位符 5"/>
          <p:cNvSpPr>
            <a:spLocks noGrp="1"/>
          </p:cNvSpPr>
          <p:nvPr>
            <p:ph type="sldNum" sz="quarter" idx="12"/>
          </p:nvPr>
        </p:nvSpPr>
        <p:spPr/>
        <p:txBody>
          <a:bodyPr/>
          <a:lstStyle/>
          <a:p>
            <a:pPr marL="0" marR="0" lvl="0" indent="0" algn="r" defTabSz="4702175" rtl="0" eaLnBrk="1" fontAlgn="base" latinLnBrk="0" hangingPunct="1">
              <a:lnSpc>
                <a:spcPct val="100000"/>
              </a:lnSpc>
              <a:spcBef>
                <a:spcPct val="0"/>
              </a:spcBef>
              <a:spcAft>
                <a:spcPct val="0"/>
              </a:spcAft>
              <a:buClrTx/>
              <a:buSzTx/>
              <a:buFontTx/>
              <a:buNone/>
              <a:defRPr/>
            </a:pPr>
            <a:fld id="{C4B02AC4-119E-4F78-9798-92E3022F52DC}" type="slidenum">
              <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rPr>
            </a:fld>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2193925" y="1317625"/>
            <a:ext cx="39503350" cy="5486400"/>
          </a:xfrm>
          <a:prstGeom prst="rect">
            <a:avLst/>
          </a:prstGeom>
          <a:noFill/>
          <a:ln w="9525">
            <a:noFill/>
          </a:ln>
        </p:spPr>
        <p:txBody>
          <a:bodyPr lIns="470258" tIns="235129" rIns="470258" bIns="235129" anchor="ctr"/>
          <a:lstStyle/>
          <a:p>
            <a:pPr lvl="0"/>
            <a:r>
              <a:rPr lang="en-US" altLang="zh-CN" dirty="0"/>
              <a:t>Click to edit Master title style</a:t>
            </a:r>
            <a:endParaRPr lang="en-US" altLang="zh-CN" dirty="0"/>
          </a:p>
        </p:txBody>
      </p:sp>
      <p:sp>
        <p:nvSpPr>
          <p:cNvPr id="1027" name="文本占位符 1026"/>
          <p:cNvSpPr>
            <a:spLocks noGrp="1"/>
          </p:cNvSpPr>
          <p:nvPr>
            <p:ph type="body"/>
          </p:nvPr>
        </p:nvSpPr>
        <p:spPr>
          <a:xfrm>
            <a:off x="2193925" y="7680325"/>
            <a:ext cx="39503350" cy="21724938"/>
          </a:xfrm>
          <a:prstGeom prst="rect">
            <a:avLst/>
          </a:prstGeom>
          <a:noFill/>
          <a:ln w="9525">
            <a:noFill/>
          </a:ln>
        </p:spPr>
        <p:txBody>
          <a:bodyPr lIns="470258" tIns="235129" rIns="470258" bIns="235129"/>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8" name="日期占位符 1027"/>
          <p:cNvSpPr>
            <a:spLocks noGrp="1"/>
          </p:cNvSpPr>
          <p:nvPr>
            <p:ph type="dt" sz="half" idx="2"/>
          </p:nvPr>
        </p:nvSpPr>
        <p:spPr>
          <a:xfrm>
            <a:off x="2193925" y="29976763"/>
            <a:ext cx="10242550" cy="2286000"/>
          </a:xfrm>
          <a:prstGeom prst="rect">
            <a:avLst/>
          </a:prstGeom>
          <a:noFill/>
          <a:ln w="9525">
            <a:noFill/>
          </a:ln>
        </p:spPr>
        <p:txBody>
          <a:bodyPr vert="horz" wrap="square" lIns="470258" tIns="235129" rIns="470258" bIns="235129" numCol="1" anchor="t" anchorCtr="0" compatLnSpc="1"/>
          <a:lstStyle>
            <a:lvl1pPr defTabSz="4702175" eaLnBrk="1" hangingPunct="1">
              <a:defRPr sz="7200">
                <a:ea typeface="Gulim" panose="020B0600000101010101" pitchFamily="50" charset="-127"/>
              </a:defRPr>
            </a:lvl1pPr>
          </a:lstStyle>
          <a:p>
            <a:pPr marL="0" marR="0" lvl="0" indent="0" algn="l"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1029" name="页脚占位符 1028"/>
          <p:cNvSpPr>
            <a:spLocks noGrp="1"/>
          </p:cNvSpPr>
          <p:nvPr>
            <p:ph type="ftr" sz="quarter" idx="3"/>
          </p:nvPr>
        </p:nvSpPr>
        <p:spPr>
          <a:xfrm>
            <a:off x="14995525" y="29976763"/>
            <a:ext cx="13900150" cy="2286000"/>
          </a:xfrm>
          <a:prstGeom prst="rect">
            <a:avLst/>
          </a:prstGeom>
          <a:noFill/>
          <a:ln w="9525">
            <a:noFill/>
          </a:ln>
        </p:spPr>
        <p:txBody>
          <a:bodyPr vert="horz" wrap="square" lIns="470258" tIns="235129" rIns="470258" bIns="235129" numCol="1" anchor="t" anchorCtr="0" compatLnSpc="1"/>
          <a:lstStyle>
            <a:lvl1pPr algn="ctr" defTabSz="4702175" eaLnBrk="1" hangingPunct="1">
              <a:defRPr sz="7200">
                <a:ea typeface="Gulim" panose="020B0600000101010101" pitchFamily="50" charset="-127"/>
              </a:defRPr>
            </a:lvl1pPr>
          </a:lstStyle>
          <a:p>
            <a:pPr marL="0" marR="0" lvl="0" indent="0" algn="ctr" defTabSz="4702175" rtl="0" eaLnBrk="1" fontAlgn="base" latinLnBrk="0" hangingPunct="1">
              <a:lnSpc>
                <a:spcPct val="100000"/>
              </a:lnSpc>
              <a:spcBef>
                <a:spcPct val="0"/>
              </a:spcBef>
              <a:spcAft>
                <a:spcPct val="0"/>
              </a:spcAft>
              <a:buClrTx/>
              <a:buSzTx/>
              <a:buFontTx/>
              <a:buNone/>
              <a:defRPr/>
            </a:pPr>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
        <p:nvSpPr>
          <p:cNvPr id="1030" name="灯片编号占位符 1029"/>
          <p:cNvSpPr>
            <a:spLocks noGrp="1"/>
          </p:cNvSpPr>
          <p:nvPr>
            <p:ph type="sldNum" sz="quarter" idx="4"/>
          </p:nvPr>
        </p:nvSpPr>
        <p:spPr>
          <a:xfrm>
            <a:off x="31454725" y="29976763"/>
            <a:ext cx="10242550" cy="2286000"/>
          </a:xfrm>
          <a:prstGeom prst="rect">
            <a:avLst/>
          </a:prstGeom>
          <a:noFill/>
          <a:ln w="9525">
            <a:noFill/>
          </a:ln>
        </p:spPr>
        <p:txBody>
          <a:bodyPr vert="horz" wrap="square" lIns="470258" tIns="235129" rIns="470258" bIns="235129" numCol="1" anchor="t" anchorCtr="0" compatLnSpc="1"/>
          <a:lstStyle>
            <a:lvl1pPr algn="r" defTabSz="4702175" eaLnBrk="1" hangingPunct="1">
              <a:defRPr sz="7200">
                <a:ea typeface="Gulim" panose="020B0600000101010101" pitchFamily="50" charset="-127"/>
              </a:defRPr>
            </a:lvl1pPr>
          </a:lstStyle>
          <a:p>
            <a:pPr marL="0" marR="0" lvl="0" indent="0" algn="r" defTabSz="4702175" rtl="0" eaLnBrk="1" fontAlgn="base" latinLnBrk="0" hangingPunct="1">
              <a:lnSpc>
                <a:spcPct val="100000"/>
              </a:lnSpc>
              <a:spcBef>
                <a:spcPct val="0"/>
              </a:spcBef>
              <a:spcAft>
                <a:spcPct val="0"/>
              </a:spcAft>
              <a:buClrTx/>
              <a:buSzTx/>
              <a:buFontTx/>
              <a:buNone/>
              <a:defRPr/>
            </a:pPr>
            <a:fld id="{C4B02AC4-119E-4F78-9798-92E3022F52DC}" type="slidenum">
              <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rPr>
            </a:fld>
            <a:endParaRPr kumimoji="0" lang="en-US" altLang="ko-KR" sz="7200" b="0" i="0" u="none" strike="noStrike" kern="1200" cap="none" spc="0" normalizeH="0" baseline="0" noProof="0">
              <a:ln>
                <a:noFill/>
              </a:ln>
              <a:solidFill>
                <a:schemeClr val="tx1"/>
              </a:solidFill>
              <a:effectLst/>
              <a:uLnTx/>
              <a:uFillTx/>
              <a:latin typeface="Arial" panose="020B0604020202020204" pitchFamily="34" charset="0"/>
              <a:ea typeface="Gulim" panose="020B0600000101010101" pitchFamily="50" charset="-127"/>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4702175" rtl="0" eaLnBrk="0" fontAlgn="base" hangingPunct="0">
        <a:spcBef>
          <a:spcPct val="0"/>
        </a:spcBef>
        <a:spcAft>
          <a:spcPct val="0"/>
        </a:spcAft>
        <a:defRPr sz="22600" kern="1200">
          <a:solidFill>
            <a:schemeClr val="tx2"/>
          </a:solidFill>
          <a:latin typeface="+mj-lt"/>
          <a:ea typeface="+mj-ea"/>
          <a:cs typeface="+mj-cs"/>
        </a:defRPr>
      </a:lvl1pPr>
      <a:lvl2pPr algn="ctr" defTabSz="4702175" rtl="0" eaLnBrk="0" fontAlgn="base" hangingPunct="0">
        <a:spcBef>
          <a:spcPct val="0"/>
        </a:spcBef>
        <a:spcAft>
          <a:spcPct val="0"/>
        </a:spcAft>
        <a:defRPr sz="22600">
          <a:solidFill>
            <a:schemeClr val="tx2"/>
          </a:solidFill>
          <a:latin typeface="Arial" panose="020B0604020202020204" pitchFamily="34" charset="0"/>
        </a:defRPr>
      </a:lvl2pPr>
      <a:lvl3pPr algn="ctr" defTabSz="4702175" rtl="0" eaLnBrk="0" fontAlgn="base" hangingPunct="0">
        <a:spcBef>
          <a:spcPct val="0"/>
        </a:spcBef>
        <a:spcAft>
          <a:spcPct val="0"/>
        </a:spcAft>
        <a:defRPr sz="22600">
          <a:solidFill>
            <a:schemeClr val="tx2"/>
          </a:solidFill>
          <a:latin typeface="Arial" panose="020B0604020202020204" pitchFamily="34" charset="0"/>
        </a:defRPr>
      </a:lvl3pPr>
      <a:lvl4pPr algn="ctr" defTabSz="4702175" rtl="0" eaLnBrk="0" fontAlgn="base" hangingPunct="0">
        <a:spcBef>
          <a:spcPct val="0"/>
        </a:spcBef>
        <a:spcAft>
          <a:spcPct val="0"/>
        </a:spcAft>
        <a:defRPr sz="22600">
          <a:solidFill>
            <a:schemeClr val="tx2"/>
          </a:solidFill>
          <a:latin typeface="Arial" panose="020B0604020202020204" pitchFamily="34" charset="0"/>
        </a:defRPr>
      </a:lvl4pPr>
      <a:lvl5pPr algn="ctr" defTabSz="4702175" rtl="0" eaLnBrk="0" fontAlgn="base" hangingPunct="0">
        <a:spcBef>
          <a:spcPct val="0"/>
        </a:spcBef>
        <a:spcAft>
          <a:spcPct val="0"/>
        </a:spcAft>
        <a:defRPr sz="22600">
          <a:solidFill>
            <a:schemeClr val="tx2"/>
          </a:solidFill>
          <a:latin typeface="Arial" panose="020B0604020202020204" pitchFamily="34" charset="0"/>
        </a:defRPr>
      </a:lvl5pPr>
      <a:lvl6pPr marL="457200" algn="ctr" defTabSz="4702175" rtl="0" fontAlgn="base">
        <a:spcBef>
          <a:spcPct val="0"/>
        </a:spcBef>
        <a:spcAft>
          <a:spcPct val="0"/>
        </a:spcAft>
        <a:defRPr sz="22600">
          <a:solidFill>
            <a:schemeClr val="tx2"/>
          </a:solidFill>
          <a:latin typeface="Arial" panose="020B0604020202020204" pitchFamily="34" charset="0"/>
        </a:defRPr>
      </a:lvl6pPr>
      <a:lvl7pPr marL="914400" algn="ctr" defTabSz="4702175" rtl="0" fontAlgn="base">
        <a:spcBef>
          <a:spcPct val="0"/>
        </a:spcBef>
        <a:spcAft>
          <a:spcPct val="0"/>
        </a:spcAft>
        <a:defRPr sz="22600">
          <a:solidFill>
            <a:schemeClr val="tx2"/>
          </a:solidFill>
          <a:latin typeface="Arial" panose="020B0604020202020204" pitchFamily="34" charset="0"/>
        </a:defRPr>
      </a:lvl7pPr>
      <a:lvl8pPr marL="1371600" algn="ctr" defTabSz="4702175" rtl="0" fontAlgn="base">
        <a:spcBef>
          <a:spcPct val="0"/>
        </a:spcBef>
        <a:spcAft>
          <a:spcPct val="0"/>
        </a:spcAft>
        <a:defRPr sz="22600">
          <a:solidFill>
            <a:schemeClr val="tx2"/>
          </a:solidFill>
          <a:latin typeface="Arial" panose="020B0604020202020204" pitchFamily="34" charset="0"/>
        </a:defRPr>
      </a:lvl8pPr>
      <a:lvl9pPr marL="1828800" algn="ctr" defTabSz="4702175" rtl="0" fontAlgn="base">
        <a:spcBef>
          <a:spcPct val="0"/>
        </a:spcBef>
        <a:spcAft>
          <a:spcPct val="0"/>
        </a:spcAft>
        <a:defRPr sz="22600">
          <a:solidFill>
            <a:schemeClr val="tx2"/>
          </a:solidFill>
          <a:latin typeface="Arial" panose="020B0604020202020204" pitchFamily="34" charset="0"/>
        </a:defRPr>
      </a:lvl9pPr>
    </p:titleStyle>
    <p:bodyStyle>
      <a:lvl1pPr marL="1764030" indent="-1764030" algn="l" defTabSz="4702175" rtl="0" eaLnBrk="0" fontAlgn="base" hangingPunct="0">
        <a:spcBef>
          <a:spcPct val="20000"/>
        </a:spcBef>
        <a:spcAft>
          <a:spcPct val="0"/>
        </a:spcAft>
        <a:buChar char="•"/>
        <a:defRPr sz="16500" kern="1200">
          <a:solidFill>
            <a:schemeClr val="tx1"/>
          </a:solidFill>
          <a:latin typeface="+mn-lt"/>
          <a:ea typeface="+mn-ea"/>
          <a:cs typeface="+mn-cs"/>
        </a:defRPr>
      </a:lvl1pPr>
      <a:lvl2pPr marL="3821430" lvl="1" indent="-1470025" algn="l" defTabSz="4702175" rtl="0" eaLnBrk="0" fontAlgn="base" hangingPunct="0">
        <a:spcBef>
          <a:spcPct val="20000"/>
        </a:spcBef>
        <a:spcAft>
          <a:spcPct val="0"/>
        </a:spcAft>
        <a:buChar char="–"/>
        <a:defRPr sz="14400" kern="1200">
          <a:solidFill>
            <a:schemeClr val="tx1"/>
          </a:solidFill>
          <a:latin typeface="+mn-lt"/>
          <a:ea typeface="+mn-ea"/>
          <a:cs typeface="+mn-cs"/>
        </a:defRPr>
      </a:lvl2pPr>
      <a:lvl3pPr marL="5878830" lvl="2" indent="-1176655" algn="l" defTabSz="4702175" rtl="0" eaLnBrk="0" fontAlgn="base" hangingPunct="0">
        <a:spcBef>
          <a:spcPct val="20000"/>
        </a:spcBef>
        <a:spcAft>
          <a:spcPct val="0"/>
        </a:spcAft>
        <a:buChar char="•"/>
        <a:defRPr sz="12300" kern="1200">
          <a:solidFill>
            <a:schemeClr val="tx1"/>
          </a:solidFill>
          <a:latin typeface="+mn-lt"/>
          <a:ea typeface="+mn-ea"/>
          <a:cs typeface="+mn-cs"/>
        </a:defRPr>
      </a:lvl3pPr>
      <a:lvl4pPr marL="8229600" lvl="3" indent="-1176655" algn="l" defTabSz="4702175" rtl="0" eaLnBrk="0" fontAlgn="base" hangingPunct="0">
        <a:spcBef>
          <a:spcPct val="20000"/>
        </a:spcBef>
        <a:spcAft>
          <a:spcPct val="0"/>
        </a:spcAft>
        <a:buChar char="–"/>
        <a:defRPr sz="10300" kern="1200">
          <a:solidFill>
            <a:schemeClr val="tx1"/>
          </a:solidFill>
          <a:latin typeface="+mn-lt"/>
          <a:ea typeface="+mn-ea"/>
          <a:cs typeface="+mn-cs"/>
        </a:defRPr>
      </a:lvl4pPr>
      <a:lvl5pPr marL="10581005" lvl="4" indent="-1174750" algn="l" defTabSz="4702175" rtl="0" eaLnBrk="0" fontAlgn="base" hangingPunct="0">
        <a:spcBef>
          <a:spcPct val="20000"/>
        </a:spcBef>
        <a:spcAft>
          <a:spcPct val="0"/>
        </a:spcAft>
        <a:buChar char="»"/>
        <a:defRPr sz="10300" kern="1200">
          <a:solidFill>
            <a:schemeClr val="tx1"/>
          </a:solidFill>
          <a:latin typeface="+mn-lt"/>
          <a:ea typeface="+mn-ea"/>
          <a:cs typeface="+mn-cs"/>
        </a:defRPr>
      </a:lvl5pPr>
      <a:lvl6pPr marL="2514600" lvl="5" indent="-228600" algn="l" defTabSz="4702175" rtl="0" eaLnBrk="1" fontAlgn="base" latinLnBrk="0" hangingPunct="1">
        <a:lnSpc>
          <a:spcPct val="100000"/>
        </a:lnSpc>
        <a:spcBef>
          <a:spcPct val="20000"/>
        </a:spcBef>
        <a:spcAft>
          <a:spcPct val="0"/>
        </a:spcAft>
        <a:buChar char="»"/>
        <a:defRPr sz="10300" b="0" i="0" u="none" kern="1200" baseline="0">
          <a:solidFill>
            <a:schemeClr val="tx1"/>
          </a:solidFill>
          <a:latin typeface="+mn-lt"/>
          <a:ea typeface="+mn-ea"/>
          <a:cs typeface="+mn-cs"/>
        </a:defRPr>
      </a:lvl6pPr>
      <a:lvl7pPr marL="2971800" lvl="6" indent="-228600" algn="l" defTabSz="4702175" rtl="0" eaLnBrk="1" fontAlgn="base" latinLnBrk="0" hangingPunct="1">
        <a:lnSpc>
          <a:spcPct val="100000"/>
        </a:lnSpc>
        <a:spcBef>
          <a:spcPct val="20000"/>
        </a:spcBef>
        <a:spcAft>
          <a:spcPct val="0"/>
        </a:spcAft>
        <a:buChar char="»"/>
        <a:defRPr sz="10300" b="0" i="0" u="none" kern="1200" baseline="0">
          <a:solidFill>
            <a:schemeClr val="tx1"/>
          </a:solidFill>
          <a:latin typeface="+mn-lt"/>
          <a:ea typeface="+mn-ea"/>
          <a:cs typeface="+mn-cs"/>
        </a:defRPr>
      </a:lvl7pPr>
      <a:lvl8pPr marL="3429000" lvl="7" indent="-228600" algn="l" defTabSz="4702175" rtl="0" eaLnBrk="1" fontAlgn="base" latinLnBrk="0" hangingPunct="1">
        <a:lnSpc>
          <a:spcPct val="100000"/>
        </a:lnSpc>
        <a:spcBef>
          <a:spcPct val="20000"/>
        </a:spcBef>
        <a:spcAft>
          <a:spcPct val="0"/>
        </a:spcAft>
        <a:buChar char="»"/>
        <a:defRPr sz="10300" b="0" i="0" u="none" kern="1200" baseline="0">
          <a:solidFill>
            <a:schemeClr val="tx1"/>
          </a:solidFill>
          <a:latin typeface="+mn-lt"/>
          <a:ea typeface="+mn-ea"/>
          <a:cs typeface="+mn-cs"/>
        </a:defRPr>
      </a:lvl8pPr>
      <a:lvl9pPr marL="3886200" lvl="8" indent="-228600" algn="l" defTabSz="4702175" rtl="0" eaLnBrk="1" fontAlgn="base" latinLnBrk="0" hangingPunct="1">
        <a:lnSpc>
          <a:spcPct val="100000"/>
        </a:lnSpc>
        <a:spcBef>
          <a:spcPct val="20000"/>
        </a:spcBef>
        <a:spcAft>
          <a:spcPct val="0"/>
        </a:spcAft>
        <a:buChar char="»"/>
        <a:defRPr sz="103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9300"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5.jpeg"/><Relationship Id="rId86" Type="http://schemas.openxmlformats.org/officeDocument/2006/relationships/notesSlide" Target="../notesSlides/notesSlide1.xml"/><Relationship Id="rId85" Type="http://schemas.openxmlformats.org/officeDocument/2006/relationships/vmlDrawing" Target="../drawings/vmlDrawing1.vml"/><Relationship Id="rId84" Type="http://schemas.openxmlformats.org/officeDocument/2006/relationships/slideLayout" Target="../slideLayouts/slideLayout1.xml"/><Relationship Id="rId83" Type="http://schemas.openxmlformats.org/officeDocument/2006/relationships/image" Target="../media/image27.png"/><Relationship Id="rId82" Type="http://schemas.openxmlformats.org/officeDocument/2006/relationships/tags" Target="../tags/tag48.xml"/><Relationship Id="rId81" Type="http://schemas.openxmlformats.org/officeDocument/2006/relationships/image" Target="../media/image26.wmf"/><Relationship Id="rId80" Type="http://schemas.openxmlformats.org/officeDocument/2006/relationships/oleObject" Target="../embeddings/oleObject8.bin"/><Relationship Id="rId8" Type="http://schemas.openxmlformats.org/officeDocument/2006/relationships/image" Target="../media/image4.jpeg"/><Relationship Id="rId79" Type="http://schemas.openxmlformats.org/officeDocument/2006/relationships/tags" Target="../tags/tag47.xml"/><Relationship Id="rId78" Type="http://schemas.openxmlformats.org/officeDocument/2006/relationships/image" Target="../media/image25.wmf"/><Relationship Id="rId77" Type="http://schemas.openxmlformats.org/officeDocument/2006/relationships/oleObject" Target="../embeddings/oleObject7.bin"/><Relationship Id="rId76" Type="http://schemas.openxmlformats.org/officeDocument/2006/relationships/tags" Target="../tags/tag46.xml"/><Relationship Id="rId75" Type="http://schemas.openxmlformats.org/officeDocument/2006/relationships/image" Target="../media/image24.wmf"/><Relationship Id="rId74" Type="http://schemas.openxmlformats.org/officeDocument/2006/relationships/oleObject" Target="../embeddings/oleObject6.bin"/><Relationship Id="rId73" Type="http://schemas.openxmlformats.org/officeDocument/2006/relationships/tags" Target="../tags/tag45.xml"/><Relationship Id="rId72" Type="http://schemas.openxmlformats.org/officeDocument/2006/relationships/tags" Target="../tags/tag44.xml"/><Relationship Id="rId71" Type="http://schemas.openxmlformats.org/officeDocument/2006/relationships/tags" Target="../tags/tag43.xml"/><Relationship Id="rId70" Type="http://schemas.openxmlformats.org/officeDocument/2006/relationships/image" Target="../media/image23.wmf"/><Relationship Id="rId7" Type="http://schemas.openxmlformats.org/officeDocument/2006/relationships/tags" Target="../tags/tag4.xml"/><Relationship Id="rId69" Type="http://schemas.openxmlformats.org/officeDocument/2006/relationships/oleObject" Target="../embeddings/oleObject5.bin"/><Relationship Id="rId68" Type="http://schemas.openxmlformats.org/officeDocument/2006/relationships/tags" Target="../tags/tag42.xml"/><Relationship Id="rId67" Type="http://schemas.openxmlformats.org/officeDocument/2006/relationships/tags" Target="../tags/tag41.xml"/><Relationship Id="rId66" Type="http://schemas.openxmlformats.org/officeDocument/2006/relationships/tags" Target="../tags/tag40.xml"/><Relationship Id="rId65" Type="http://schemas.openxmlformats.org/officeDocument/2006/relationships/tags" Target="../tags/tag39.xml"/><Relationship Id="rId64" Type="http://schemas.openxmlformats.org/officeDocument/2006/relationships/image" Target="../media/image22.png"/><Relationship Id="rId63" Type="http://schemas.openxmlformats.org/officeDocument/2006/relationships/tags" Target="../tags/tag38.xml"/><Relationship Id="rId62" Type="http://schemas.openxmlformats.org/officeDocument/2006/relationships/image" Target="../media/image21.wmf"/><Relationship Id="rId61" Type="http://schemas.openxmlformats.org/officeDocument/2006/relationships/oleObject" Target="../embeddings/oleObject4.bin"/><Relationship Id="rId60" Type="http://schemas.openxmlformats.org/officeDocument/2006/relationships/tags" Target="../tags/tag37.xml"/><Relationship Id="rId6" Type="http://schemas.openxmlformats.org/officeDocument/2006/relationships/tags" Target="../tags/tag3.xml"/><Relationship Id="rId59" Type="http://schemas.openxmlformats.org/officeDocument/2006/relationships/image" Target="../media/image20.png"/><Relationship Id="rId58" Type="http://schemas.openxmlformats.org/officeDocument/2006/relationships/tags" Target="../tags/tag36.xml"/><Relationship Id="rId57" Type="http://schemas.openxmlformats.org/officeDocument/2006/relationships/image" Target="../media/image19.wmf"/><Relationship Id="rId56" Type="http://schemas.openxmlformats.org/officeDocument/2006/relationships/oleObject" Target="../embeddings/oleObject3.bin"/><Relationship Id="rId55" Type="http://schemas.openxmlformats.org/officeDocument/2006/relationships/tags" Target="../tags/tag35.xml"/><Relationship Id="rId54" Type="http://schemas.openxmlformats.org/officeDocument/2006/relationships/image" Target="../media/image18.wmf"/><Relationship Id="rId53" Type="http://schemas.openxmlformats.org/officeDocument/2006/relationships/oleObject" Target="../embeddings/oleObject2.bin"/><Relationship Id="rId52" Type="http://schemas.openxmlformats.org/officeDocument/2006/relationships/tags" Target="../tags/tag34.xml"/><Relationship Id="rId51" Type="http://schemas.openxmlformats.org/officeDocument/2006/relationships/image" Target="../media/image17.png"/><Relationship Id="rId50" Type="http://schemas.openxmlformats.org/officeDocument/2006/relationships/tags" Target="../tags/tag33.xml"/><Relationship Id="rId5" Type="http://schemas.openxmlformats.org/officeDocument/2006/relationships/image" Target="../media/image3.png"/><Relationship Id="rId49" Type="http://schemas.openxmlformats.org/officeDocument/2006/relationships/tags" Target="../tags/tag32.xml"/><Relationship Id="rId48" Type="http://schemas.openxmlformats.org/officeDocument/2006/relationships/image" Target="../media/image16.png"/><Relationship Id="rId47" Type="http://schemas.openxmlformats.org/officeDocument/2006/relationships/tags" Target="../tags/tag31.xml"/><Relationship Id="rId46" Type="http://schemas.openxmlformats.org/officeDocument/2006/relationships/image" Target="../media/image15.png"/><Relationship Id="rId45" Type="http://schemas.openxmlformats.org/officeDocument/2006/relationships/tags" Target="../tags/tag30.xml"/><Relationship Id="rId44" Type="http://schemas.openxmlformats.org/officeDocument/2006/relationships/tags" Target="../tags/tag29.xml"/><Relationship Id="rId43" Type="http://schemas.openxmlformats.org/officeDocument/2006/relationships/tags" Target="../tags/tag28.xml"/><Relationship Id="rId42" Type="http://schemas.openxmlformats.org/officeDocument/2006/relationships/tags" Target="../tags/tag27.xml"/><Relationship Id="rId41" Type="http://schemas.openxmlformats.org/officeDocument/2006/relationships/tags" Target="../tags/tag26.xml"/><Relationship Id="rId40" Type="http://schemas.openxmlformats.org/officeDocument/2006/relationships/tags" Target="../tags/tag25.xml"/><Relationship Id="rId4" Type="http://schemas.openxmlformats.org/officeDocument/2006/relationships/image" Target="../media/image2.png"/><Relationship Id="rId39" Type="http://schemas.openxmlformats.org/officeDocument/2006/relationships/tags" Target="../tags/tag24.xml"/><Relationship Id="rId38" Type="http://schemas.openxmlformats.org/officeDocument/2006/relationships/image" Target="../media/image14.png"/><Relationship Id="rId37" Type="http://schemas.openxmlformats.org/officeDocument/2006/relationships/tags" Target="../tags/tag23.xml"/><Relationship Id="rId36" Type="http://schemas.openxmlformats.org/officeDocument/2006/relationships/tags" Target="../tags/tag22.xml"/><Relationship Id="rId35" Type="http://schemas.openxmlformats.org/officeDocument/2006/relationships/tags" Target="../tags/tag21.xml"/><Relationship Id="rId34" Type="http://schemas.openxmlformats.org/officeDocument/2006/relationships/tags" Target="../tags/tag20.xml"/><Relationship Id="rId33" Type="http://schemas.openxmlformats.org/officeDocument/2006/relationships/image" Target="../media/image13.png"/><Relationship Id="rId32" Type="http://schemas.openxmlformats.org/officeDocument/2006/relationships/tags" Target="../tags/tag19.xml"/><Relationship Id="rId31" Type="http://schemas.openxmlformats.org/officeDocument/2006/relationships/image" Target="../media/image12.png"/><Relationship Id="rId30" Type="http://schemas.openxmlformats.org/officeDocument/2006/relationships/tags" Target="../tags/tag18.xml"/><Relationship Id="rId3" Type="http://schemas.openxmlformats.org/officeDocument/2006/relationships/tags" Target="../tags/tag2.xml"/><Relationship Id="rId29" Type="http://schemas.openxmlformats.org/officeDocument/2006/relationships/tags" Target="../tags/tag17.xml"/><Relationship Id="rId28" Type="http://schemas.openxmlformats.org/officeDocument/2006/relationships/tags" Target="../tags/tag16.xml"/><Relationship Id="rId27" Type="http://schemas.openxmlformats.org/officeDocument/2006/relationships/image" Target="../media/image11.png"/><Relationship Id="rId26" Type="http://schemas.openxmlformats.org/officeDocument/2006/relationships/tags" Target="../tags/tag15.xml"/><Relationship Id="rId25" Type="http://schemas.openxmlformats.org/officeDocument/2006/relationships/tags" Target="../tags/tag14.xml"/><Relationship Id="rId24" Type="http://schemas.openxmlformats.org/officeDocument/2006/relationships/image" Target="../media/image10.png"/><Relationship Id="rId23" Type="http://schemas.openxmlformats.org/officeDocument/2006/relationships/tags" Target="../tags/tag13.xml"/><Relationship Id="rId22" Type="http://schemas.openxmlformats.org/officeDocument/2006/relationships/tags" Target="../tags/tag12.xml"/><Relationship Id="rId21" Type="http://schemas.openxmlformats.org/officeDocument/2006/relationships/tags" Target="../tags/tag11.xml"/><Relationship Id="rId20" Type="http://schemas.openxmlformats.org/officeDocument/2006/relationships/image" Target="../media/image9.png"/><Relationship Id="rId2" Type="http://schemas.openxmlformats.org/officeDocument/2006/relationships/tags" Target="../tags/tag1.xml"/><Relationship Id="rId19" Type="http://schemas.openxmlformats.org/officeDocument/2006/relationships/tags" Target="../tags/tag10.xml"/><Relationship Id="rId18" Type="http://schemas.openxmlformats.org/officeDocument/2006/relationships/image" Target="../media/image8.png"/><Relationship Id="rId17" Type="http://schemas.openxmlformats.org/officeDocument/2006/relationships/image" Target="../media/image7.png"/><Relationship Id="rId16" Type="http://schemas.openxmlformats.org/officeDocument/2006/relationships/tags" Target="../tags/tag9.xml"/><Relationship Id="rId15" Type="http://schemas.openxmlformats.org/officeDocument/2006/relationships/tags" Target="../tags/tag8.xml"/><Relationship Id="rId14" Type="http://schemas.openxmlformats.org/officeDocument/2006/relationships/tags" Target="../tags/tag7.xml"/><Relationship Id="rId13" Type="http://schemas.openxmlformats.org/officeDocument/2006/relationships/tags" Target="../tags/tag6.xml"/><Relationship Id="rId12" Type="http://schemas.openxmlformats.org/officeDocument/2006/relationships/image" Target="../media/image6.wmf"/><Relationship Id="rId11" Type="http://schemas.openxmlformats.org/officeDocument/2006/relationships/oleObject" Target="../embeddings/oleObject1.bin"/><Relationship Id="rId10" Type="http://schemas.openxmlformats.org/officeDocument/2006/relationships/tags" Target="../tags/tag5.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E8F4"/>
            </a:gs>
          </a:gsLst>
          <a:lin ang="5400000" scaled="1"/>
          <a:tileRect/>
        </a:gradFill>
        <a:effectLst/>
      </p:bgPr>
    </p:bg>
    <p:spTree>
      <p:nvGrpSpPr>
        <p:cNvPr id="1" name=""/>
        <p:cNvGrpSpPr/>
        <p:nvPr/>
      </p:nvGrpSpPr>
      <p:grpSpPr>
        <a:xfrm>
          <a:off x="0" y="0"/>
          <a:ext cx="0" cy="0"/>
          <a:chOff x="0" y="0"/>
          <a:chExt cx="0" cy="0"/>
        </a:xfrm>
      </p:grpSpPr>
      <p:sp>
        <p:nvSpPr>
          <p:cNvPr id="3074" name="矩形 2074"/>
          <p:cNvSpPr/>
          <p:nvPr/>
        </p:nvSpPr>
        <p:spPr>
          <a:xfrm>
            <a:off x="0" y="-108585"/>
            <a:ext cx="43891200" cy="4709795"/>
          </a:xfrm>
          <a:prstGeom prst="rect">
            <a:avLst/>
          </a:prstGeom>
          <a:solidFill>
            <a:srgbClr val="7030A0"/>
          </a:solidFill>
          <a:ln w="9525">
            <a:noFill/>
          </a:ln>
        </p:spPr>
        <p:txBody>
          <a:bodyPr/>
          <a:lstStyle/>
          <a:p>
            <a:pPr eaLnBrk="1" hangingPunct="1"/>
            <a:endParaRPr lang="zh-CN" altLang="en-US" dirty="0">
              <a:latin typeface="Arial" panose="020B0604020202020204" pitchFamily="34" charset="0"/>
              <a:ea typeface="宋体" panose="02010600030101010101" pitchFamily="2" charset="-122"/>
            </a:endParaRPr>
          </a:p>
        </p:txBody>
      </p:sp>
      <p:sp>
        <p:nvSpPr>
          <p:cNvPr id="3075" name="矩形 2051"/>
          <p:cNvSpPr/>
          <p:nvPr/>
        </p:nvSpPr>
        <p:spPr>
          <a:xfrm>
            <a:off x="3846830" y="105410"/>
            <a:ext cx="37462460" cy="4298315"/>
          </a:xfrm>
          <a:prstGeom prst="rect">
            <a:avLst/>
          </a:prstGeom>
          <a:noFill/>
          <a:ln w="9525">
            <a:noFill/>
          </a:ln>
          <a:extLst>
            <a:ext uri="{909E8E84-426E-40DD-AFC4-6F175D3DCCD1}">
              <a14:hiddenFill xmlns:a14="http://schemas.microsoft.com/office/drawing/2010/main">
                <a:gradFill rotWithShape="1">
                  <a:gsLst>
                    <a:gs pos="0">
                      <a:srgbClr val="001E78"/>
                    </a:gs>
                    <a:gs pos="100000">
                      <a:srgbClr val="0066FF"/>
                    </a:gs>
                  </a:gsLst>
                  <a:lin ang="0" scaled="1"/>
                  <a:tileRect/>
                </a:gradFill>
              </a14:hiddenFill>
            </a:ext>
          </a:extLst>
        </p:spPr>
        <p:txBody>
          <a:bodyPr lIns="137160" tIns="68580" rIns="137160" bIns="68580" anchor="ctr"/>
          <a:lstStyle/>
          <a:p>
            <a:pPr algn="ctr" defTabSz="4704080" eaLnBrk="1" hangingPunct="1"/>
            <a:r>
              <a:rPr lang="zh-CN" altLang="en-US" sz="8200" b="1" dirty="0">
                <a:solidFill>
                  <a:srgbClr val="FFFFFF"/>
                </a:solidFill>
                <a:latin typeface="Arial" panose="020B0604020202020204" pitchFamily="34" charset="0"/>
                <a:ea typeface="宋体" panose="02010600030101010101" pitchFamily="2" charset="-122"/>
              </a:rPr>
              <a:t>Design of stimuli-responsive materials from a diblock copolymer </a:t>
            </a:r>
            <a:endParaRPr lang="zh-CN" altLang="en-US" sz="8200" b="1" dirty="0">
              <a:solidFill>
                <a:srgbClr val="FFFFFF"/>
              </a:solidFill>
              <a:latin typeface="Arial" panose="020B0604020202020204" pitchFamily="34" charset="0"/>
              <a:ea typeface="宋体" panose="02010600030101010101" pitchFamily="2" charset="-122"/>
            </a:endParaRPr>
          </a:p>
          <a:p>
            <a:pPr algn="ctr" defTabSz="4704080" eaLnBrk="1" hangingPunct="1"/>
            <a:r>
              <a:rPr lang="zh-CN" altLang="en-US" sz="8200" b="1" dirty="0">
                <a:solidFill>
                  <a:srgbClr val="FFFFFF"/>
                </a:solidFill>
                <a:latin typeface="Arial" panose="020B0604020202020204" pitchFamily="34" charset="0"/>
                <a:ea typeface="宋体" panose="02010600030101010101" pitchFamily="2" charset="-122"/>
              </a:rPr>
              <a:t>with association between dissimilar monomers</a:t>
            </a:r>
            <a:endParaRPr lang="zh-CN" altLang="en-US" sz="8200" b="1" dirty="0">
              <a:solidFill>
                <a:srgbClr val="FFFFFF"/>
              </a:solidFill>
              <a:latin typeface="Arial" panose="020B0604020202020204" pitchFamily="34" charset="0"/>
              <a:ea typeface="宋体" panose="02010600030101010101" pitchFamily="2" charset="-122"/>
            </a:endParaRPr>
          </a:p>
          <a:p>
            <a:pPr algn="ctr" defTabSz="4704080" eaLnBrk="1" hangingPunct="1"/>
            <a:r>
              <a:rPr lang="en-US" altLang="zh-CN" sz="3500" b="1" i="1" dirty="0">
                <a:solidFill>
                  <a:srgbClr val="FFFFFF"/>
                </a:solidFill>
                <a:latin typeface="Trebuchet MS" panose="020B0603020202020204" pitchFamily="34" charset="0"/>
                <a:ea typeface="宋体" panose="02010600030101010101" pitchFamily="2" charset="-122"/>
              </a:rPr>
              <a:t>MINGGE ZHAO, XINYUE ZHANG, JUNHAN CHO*</a:t>
            </a:r>
            <a:endParaRPr lang="en-US" altLang="zh-CN" sz="3500" b="1" i="1" dirty="0">
              <a:solidFill>
                <a:srgbClr val="FFFFFF"/>
              </a:solidFill>
              <a:latin typeface="Trebuchet MS" panose="020B0603020202020204" pitchFamily="34" charset="0"/>
              <a:ea typeface="宋体" panose="02010600030101010101" pitchFamily="2" charset="-122"/>
            </a:endParaRPr>
          </a:p>
          <a:p>
            <a:pPr algn="ctr" defTabSz="4704080" eaLnBrk="1" hangingPunct="1"/>
            <a:r>
              <a:rPr lang="en-US" altLang="zh-CN" sz="3500" b="1" i="1" dirty="0">
                <a:solidFill>
                  <a:srgbClr val="FFFFFF"/>
                </a:solidFill>
                <a:latin typeface="Trebuchet MS" panose="020B0603020202020204" pitchFamily="34" charset="0"/>
                <a:ea typeface="宋体" panose="02010600030101010101" pitchFamily="2" charset="-122"/>
              </a:rPr>
              <a:t>*DEPARTMENT OF POLYMER SCIENCE AND ENGINEERING, DANKOOK UNIVERSITY</a:t>
            </a:r>
            <a:endParaRPr lang="en-US" altLang="zh-CN" sz="3500" b="1" i="1" dirty="0">
              <a:solidFill>
                <a:srgbClr val="FFFFFF"/>
              </a:solidFill>
              <a:latin typeface="Trebuchet MS" panose="020B0603020202020204" pitchFamily="34" charset="0"/>
              <a:ea typeface="宋体" panose="02010600030101010101" pitchFamily="2" charset="-122"/>
            </a:endParaRPr>
          </a:p>
          <a:p>
            <a:pPr algn="ctr" defTabSz="4704080" eaLnBrk="1" hangingPunct="1"/>
            <a:r>
              <a:rPr lang="en-US" altLang="zh-CN" sz="3500" b="1" i="1" dirty="0">
                <a:solidFill>
                  <a:srgbClr val="FFFFFF"/>
                </a:solidFill>
                <a:latin typeface="Trebuchet MS" panose="020B0603020202020204" pitchFamily="34" charset="0"/>
                <a:ea typeface="宋体" panose="02010600030101010101" pitchFamily="2" charset="-122"/>
              </a:rPr>
              <a:t>*CORRESPONDENCE:JHCHO@DANKOOK.AC.KR</a:t>
            </a:r>
            <a:endParaRPr lang="en-US" altLang="zh-CN" sz="4200" i="1" dirty="0">
              <a:solidFill>
                <a:schemeClr val="bg1"/>
              </a:solidFill>
              <a:latin typeface="Trebuchet MS" panose="020B0603020202020204" pitchFamily="34" charset="0"/>
              <a:ea typeface="宋体" panose="02010600030101010101" pitchFamily="2" charset="-122"/>
            </a:endParaRPr>
          </a:p>
        </p:txBody>
      </p:sp>
      <p:sp>
        <p:nvSpPr>
          <p:cNvPr id="3076" name="矩形 2052"/>
          <p:cNvSpPr/>
          <p:nvPr/>
        </p:nvSpPr>
        <p:spPr>
          <a:xfrm>
            <a:off x="0" y="4945063"/>
            <a:ext cx="21212175" cy="1417637"/>
          </a:xfrm>
          <a:prstGeom prst="rect">
            <a:avLst/>
          </a:prstGeom>
          <a:solidFill>
            <a:srgbClr val="7030A0"/>
          </a:solidFill>
          <a:ln w="9525">
            <a:noFill/>
          </a:ln>
          <a:effectLst>
            <a:outerShdw dist="107763" dir="2699999" algn="ctr" rotWithShape="0">
              <a:schemeClr val="bg2">
                <a:alpha val="50000"/>
              </a:schemeClr>
            </a:outerShdw>
          </a:effectLst>
        </p:spPr>
        <p:txBody>
          <a:bodyPr wrap="none" lIns="137160" tIns="68580" rIns="137160" bIns="68580" anchor="ctr"/>
          <a:lstStyle/>
          <a:p>
            <a:pPr algn="ctr" defTabSz="4704080" eaLnBrk="1" hangingPunct="1"/>
            <a:r>
              <a:rPr lang="en-US" altLang="zh-CN" sz="7200" dirty="0">
                <a:solidFill>
                  <a:srgbClr val="FFFFFF"/>
                </a:solidFill>
                <a:latin typeface="Arial" panose="020B0604020202020204" pitchFamily="34" charset="0"/>
                <a:ea typeface="宋体" panose="02010600030101010101" pitchFamily="2" charset="-122"/>
              </a:rPr>
              <a:t>Abstract</a:t>
            </a:r>
            <a:endParaRPr lang="en-US" altLang="zh-CN" sz="5100" dirty="0">
              <a:solidFill>
                <a:schemeClr val="bg1"/>
              </a:solidFill>
              <a:latin typeface="Trebuchet MS" panose="020B0603020202020204" pitchFamily="34" charset="0"/>
              <a:ea typeface="宋体" panose="02010600030101010101" pitchFamily="2" charset="-122"/>
            </a:endParaRPr>
          </a:p>
        </p:txBody>
      </p:sp>
      <p:sp>
        <p:nvSpPr>
          <p:cNvPr id="3077" name="文本框 2053"/>
          <p:cNvSpPr txBox="1"/>
          <p:nvPr/>
        </p:nvSpPr>
        <p:spPr>
          <a:xfrm>
            <a:off x="409575" y="6477000"/>
            <a:ext cx="20802600" cy="6046470"/>
          </a:xfrm>
          <a:prstGeom prst="rect">
            <a:avLst/>
          </a:prstGeom>
          <a:noFill/>
          <a:ln w="9525">
            <a:noFill/>
          </a:ln>
        </p:spPr>
        <p:txBody>
          <a:bodyPr wrap="square" lIns="137160" tIns="68580" rIns="137160" bIns="68580">
            <a:spAutoFit/>
          </a:bodyPr>
          <a:lstStyle/>
          <a:p>
            <a:pPr algn="just" defTabSz="4704080" eaLnBrk="1" hangingPunct="1"/>
            <a:r>
              <a:rPr lang="en-US" altLang="zh-CN" sz="3200" b="1" dirty="0">
                <a:solidFill>
                  <a:srgbClr val="000000"/>
                </a:solidFill>
                <a:latin typeface="Arial" panose="020B0604020202020204" pitchFamily="34" charset="0"/>
                <a:ea typeface="宋体" panose="02010600030101010101" pitchFamily="2" charset="-122"/>
              </a:rPr>
              <a:t> </a:t>
            </a:r>
            <a:r>
              <a:rPr lang="zh-CN" altLang="en-US" sz="3200" b="1" dirty="0">
                <a:solidFill>
                  <a:srgbClr val="000000"/>
                </a:solidFill>
                <a:latin typeface="Arial" panose="020B0604020202020204" pitchFamily="34" charset="0"/>
                <a:ea typeface="宋体" panose="02010600030101010101" pitchFamily="2" charset="-122"/>
              </a:rPr>
              <a:t>Recently, stimuli-responsive materials have drawn tremendous attention due to their structures and properties and also due to their smart responses to changes in surrounding environment. In this work, we suggest the design of such materials based on associating A-b-B diblock copolymers. The free energy for the copolymer in the bulk state is first obtained as the perturbed hard sphere chains subject to adhesive potential between dissimilar monomers. Through Gaussian thread approach, the free energy functional is formulated to include effective local interactions from the excess equation of state. The random-phase approximation and self-consistent field analyses are to be readily elicited from the functional. It is demonstrated using these field approaches that the manipulation of disparity in self contact interactions and thermoreversibility of association can yield a variety of nasoscale mesophases upon cooling, heating, pressurization, and depressurization. In addition, micellization and reverse micellization in the solutions of the copolymer in selective solvents are to be probed via the manipulation of cross contact interactions and association. We will also discuss the applicability of such smart materials to various areas.  </a:t>
            </a:r>
            <a:endParaRPr lang="zh-CN" altLang="en-US" sz="3200" b="1" dirty="0">
              <a:solidFill>
                <a:srgbClr val="000000"/>
              </a:solidFill>
              <a:latin typeface="Arial" panose="020B0604020202020204" pitchFamily="34" charset="0"/>
              <a:ea typeface="宋体" panose="02010600030101010101" pitchFamily="2" charset="-122"/>
            </a:endParaRPr>
          </a:p>
        </p:txBody>
      </p:sp>
      <p:sp>
        <p:nvSpPr>
          <p:cNvPr id="3078" name="矩形 2054"/>
          <p:cNvSpPr/>
          <p:nvPr/>
        </p:nvSpPr>
        <p:spPr>
          <a:xfrm>
            <a:off x="0" y="12495530"/>
            <a:ext cx="21212175" cy="1419225"/>
          </a:xfrm>
          <a:prstGeom prst="rect">
            <a:avLst/>
          </a:prstGeom>
          <a:solidFill>
            <a:srgbClr val="7030A0"/>
          </a:solidFill>
          <a:ln w="9525">
            <a:noFill/>
          </a:ln>
          <a:effectLst>
            <a:outerShdw dist="107763" dir="2699999" algn="ctr" rotWithShape="0">
              <a:schemeClr val="bg2">
                <a:alpha val="50000"/>
              </a:schemeClr>
            </a:outerShdw>
          </a:effectLst>
        </p:spPr>
        <p:txBody>
          <a:bodyPr wrap="none" lIns="137160" tIns="68580" rIns="137160" bIns="68580" anchor="ctr"/>
          <a:lstStyle/>
          <a:p>
            <a:pPr algn="ctr" defTabSz="4704080" eaLnBrk="1" hangingPunct="1"/>
            <a:r>
              <a:rPr lang="en-US" altLang="zh-CN" sz="7200" dirty="0">
                <a:solidFill>
                  <a:srgbClr val="FFFFFF"/>
                </a:solidFill>
                <a:latin typeface="Arial" panose="020B0604020202020204" pitchFamily="34" charset="0"/>
                <a:ea typeface="宋体" panose="02010600030101010101" pitchFamily="2" charset="-122"/>
              </a:rPr>
              <a:t>Introduction</a:t>
            </a:r>
            <a:endParaRPr lang="en-US" altLang="zh-CN" sz="5100" dirty="0">
              <a:solidFill>
                <a:schemeClr val="bg1"/>
              </a:solidFill>
              <a:latin typeface="Trebuchet MS" panose="020B0603020202020204" pitchFamily="34" charset="0"/>
              <a:ea typeface="宋体" panose="02010600030101010101" pitchFamily="2" charset="-122"/>
            </a:endParaRPr>
          </a:p>
        </p:txBody>
      </p:sp>
      <p:sp>
        <p:nvSpPr>
          <p:cNvPr id="3079" name="矩形 2066"/>
          <p:cNvSpPr/>
          <p:nvPr/>
        </p:nvSpPr>
        <p:spPr>
          <a:xfrm>
            <a:off x="30480" y="27275155"/>
            <a:ext cx="43891200" cy="1181100"/>
          </a:xfrm>
          <a:prstGeom prst="rect">
            <a:avLst/>
          </a:prstGeom>
          <a:solidFill>
            <a:srgbClr val="7030A0"/>
          </a:solidFill>
          <a:ln w="9525">
            <a:noFill/>
          </a:ln>
          <a:effectLst>
            <a:outerShdw dist="107763" dir="2699999" algn="ctr" rotWithShape="0">
              <a:schemeClr val="bg2">
                <a:alpha val="50000"/>
              </a:schemeClr>
            </a:outerShdw>
          </a:effectLst>
        </p:spPr>
        <p:txBody>
          <a:bodyPr wrap="none" lIns="137160" tIns="68580" rIns="137160" bIns="68580" anchor="ctr"/>
          <a:lstStyle/>
          <a:p>
            <a:pPr algn="ctr" defTabSz="4704080" eaLnBrk="1" hangingPunct="1"/>
            <a:r>
              <a:rPr lang="en-US" altLang="zh-CN" sz="7200" dirty="0">
                <a:solidFill>
                  <a:srgbClr val="FFFFFF"/>
                </a:solidFill>
                <a:latin typeface="Arial" panose="020B0604020202020204" pitchFamily="34" charset="0"/>
                <a:ea typeface="宋体" panose="02010600030101010101" pitchFamily="2" charset="-122"/>
              </a:rPr>
              <a:t>Conclusion </a:t>
            </a:r>
            <a:endParaRPr lang="en-US" altLang="zh-CN" sz="5100" dirty="0">
              <a:solidFill>
                <a:schemeClr val="bg1"/>
              </a:solidFill>
              <a:latin typeface="Trebuchet MS" panose="020B0603020202020204" pitchFamily="34" charset="0"/>
              <a:ea typeface="宋体" panose="02010600030101010101" pitchFamily="2" charset="-122"/>
            </a:endParaRPr>
          </a:p>
        </p:txBody>
      </p:sp>
      <p:sp>
        <p:nvSpPr>
          <p:cNvPr id="3080" name="矩形 2068"/>
          <p:cNvSpPr/>
          <p:nvPr/>
        </p:nvSpPr>
        <p:spPr>
          <a:xfrm>
            <a:off x="22610763" y="4945063"/>
            <a:ext cx="21280437" cy="1417637"/>
          </a:xfrm>
          <a:prstGeom prst="rect">
            <a:avLst/>
          </a:prstGeom>
          <a:solidFill>
            <a:srgbClr val="7030A0"/>
          </a:solidFill>
          <a:ln w="9525">
            <a:noFill/>
          </a:ln>
          <a:effectLst>
            <a:outerShdw dist="107763" dir="2699999" algn="ctr" rotWithShape="0">
              <a:schemeClr val="bg2">
                <a:alpha val="50000"/>
              </a:schemeClr>
            </a:outerShdw>
          </a:effectLst>
        </p:spPr>
        <p:txBody>
          <a:bodyPr wrap="none" lIns="137160" tIns="68580" rIns="137160" bIns="68580" anchor="ctr"/>
          <a:lstStyle/>
          <a:p>
            <a:pPr algn="ctr" defTabSz="4704080" eaLnBrk="1" hangingPunct="1"/>
            <a:r>
              <a:rPr lang="en-US" altLang="zh-CN" sz="7200" dirty="0">
                <a:solidFill>
                  <a:srgbClr val="FFFFFF"/>
                </a:solidFill>
                <a:latin typeface="Arial" panose="020B0604020202020204" pitchFamily="34" charset="0"/>
                <a:ea typeface="宋体" panose="02010600030101010101" pitchFamily="2" charset="-122"/>
              </a:rPr>
              <a:t>Results and Discussion</a:t>
            </a:r>
            <a:endParaRPr lang="en-US" altLang="zh-CN" sz="5100" dirty="0">
              <a:solidFill>
                <a:schemeClr val="bg1"/>
              </a:solidFill>
              <a:latin typeface="Trebuchet MS" panose="020B0603020202020204" pitchFamily="34" charset="0"/>
              <a:ea typeface="宋体" panose="02010600030101010101" pitchFamily="2" charset="-122"/>
            </a:endParaRPr>
          </a:p>
        </p:txBody>
      </p:sp>
      <p:sp>
        <p:nvSpPr>
          <p:cNvPr id="3081" name="文本框 2069"/>
          <p:cNvSpPr txBox="1"/>
          <p:nvPr/>
        </p:nvSpPr>
        <p:spPr>
          <a:xfrm>
            <a:off x="403225" y="28456255"/>
            <a:ext cx="42847895" cy="3138170"/>
          </a:xfrm>
          <a:prstGeom prst="rect">
            <a:avLst/>
          </a:prstGeom>
          <a:noFill/>
          <a:ln w="9525">
            <a:noFill/>
          </a:ln>
        </p:spPr>
        <p:txBody>
          <a:bodyPr wrap="square">
            <a:spAutoFit/>
          </a:bodyPr>
          <a:lstStyle/>
          <a:p>
            <a:pPr marL="342900" indent="-342900" algn="just">
              <a:lnSpc>
                <a:spcPct val="150000"/>
              </a:lnSpc>
              <a:buFont typeface="Wingdings" panose="05000000000000000000" charset="0"/>
              <a:buChar char="Ø"/>
            </a:pPr>
            <a:r>
              <a:rPr lang="en-US" sz="3600" b="1" dirty="0">
                <a:ea typeface="+mn-lt"/>
                <a:cs typeface="+mn-lt"/>
                <a:sym typeface="+mn-ea"/>
              </a:rPr>
              <a:t> Using </a:t>
            </a:r>
            <a:r>
              <a:rPr sz="3600" b="1" dirty="0">
                <a:ea typeface="+mn-lt"/>
                <a:cs typeface="+mn-lt"/>
                <a:sym typeface="+mn-ea"/>
              </a:rPr>
              <a:t>random phase approximation and self-consistent field theory, </a:t>
            </a:r>
            <a:r>
              <a:rPr lang="en-US" sz="3600" b="1" dirty="0">
                <a:ea typeface="+mn-lt"/>
                <a:cs typeface="+mn-lt"/>
                <a:sym typeface="+mn-ea"/>
              </a:rPr>
              <a:t>the </a:t>
            </a:r>
            <a:r>
              <a:rPr sz="3600" b="1" dirty="0">
                <a:ea typeface="+mn-lt"/>
                <a:cs typeface="+mn-lt"/>
                <a:sym typeface="+mn-ea"/>
              </a:rPr>
              <a:t>phase behavior</a:t>
            </a:r>
            <a:r>
              <a:rPr lang="en-US" sz="3600" b="1" dirty="0">
                <a:ea typeface="+mn-lt"/>
                <a:cs typeface="+mn-lt"/>
                <a:sym typeface="+mn-ea"/>
              </a:rPr>
              <a:t>s</a:t>
            </a:r>
            <a:r>
              <a:rPr sz="3600" b="1" dirty="0">
                <a:ea typeface="+mn-lt"/>
                <a:cs typeface="+mn-lt"/>
                <a:sym typeface="+mn-ea"/>
              </a:rPr>
              <a:t> of </a:t>
            </a:r>
            <a:r>
              <a:rPr lang="en-US" sz="3600" b="1" dirty="0">
                <a:ea typeface="+mn-lt"/>
                <a:cs typeface="+mn-lt"/>
                <a:sym typeface="+mn-ea"/>
              </a:rPr>
              <a:t>associating </a:t>
            </a:r>
            <a:r>
              <a:rPr lang="en-US" sz="3600" b="1" dirty="0" err="1">
                <a:ea typeface="+mn-lt"/>
                <a:cs typeface="+mn-lt"/>
                <a:sym typeface="+mn-ea"/>
              </a:rPr>
              <a:t>diblock</a:t>
            </a:r>
            <a:r>
              <a:rPr lang="en-US" sz="3600" b="1" dirty="0">
                <a:ea typeface="+mn-lt"/>
                <a:cs typeface="+mn-lt"/>
                <a:sym typeface="+mn-ea"/>
              </a:rPr>
              <a:t> copolymer melts have been</a:t>
            </a:r>
            <a:r>
              <a:rPr sz="3600" b="1" dirty="0">
                <a:ea typeface="+mn-lt"/>
                <a:cs typeface="+mn-lt"/>
                <a:sym typeface="+mn-ea"/>
              </a:rPr>
              <a:t> studied.</a:t>
            </a:r>
            <a:endParaRPr sz="3600" b="1" dirty="0">
              <a:ea typeface="+mn-lt"/>
              <a:cs typeface="+mn-lt"/>
              <a:sym typeface="+mn-ea"/>
            </a:endParaRPr>
          </a:p>
          <a:p>
            <a:pPr marL="342900" indent="-342900" algn="just">
              <a:lnSpc>
                <a:spcPct val="150000"/>
              </a:lnSpc>
              <a:buFont typeface="Wingdings" panose="05000000000000000000" charset="0"/>
              <a:buChar char="Ø"/>
            </a:pPr>
            <a:r>
              <a:rPr lang="en-US" sz="3600" b="1" dirty="0">
                <a:ea typeface="+mn-lt"/>
                <a:cs typeface="+mn-lt"/>
                <a:sym typeface="+mn-ea"/>
              </a:rPr>
              <a:t> The thermal reversibility of polar bonds between dissimilar blocks affects the phase behavior of stimuli-responsive polymer systems.</a:t>
            </a:r>
            <a:endParaRPr lang="en-US" sz="3600" b="1" dirty="0">
              <a:ea typeface="+mn-lt"/>
              <a:cs typeface="+mn-lt"/>
              <a:sym typeface="+mn-ea"/>
            </a:endParaRPr>
          </a:p>
          <a:p>
            <a:pPr marL="342900" indent="-342900" algn="just">
              <a:lnSpc>
                <a:spcPct val="150000"/>
              </a:lnSpc>
              <a:buFont typeface="Wingdings" panose="05000000000000000000" charset="0"/>
              <a:buChar char="Ø"/>
            </a:pPr>
            <a:r>
              <a:rPr lang="en-US" sz="3600" b="1" dirty="0">
                <a:ea typeface="+mn-lt"/>
                <a:cs typeface="+mn-lt"/>
                <a:sym typeface="+mn-ea"/>
              </a:rPr>
              <a:t> Manipulating interactions and thermoreversibility yields various mesophases and the potential applications of smart materials are discussed.</a:t>
            </a:r>
            <a:endParaRPr lang="en-US" sz="3600" b="1" dirty="0">
              <a:ea typeface="+mn-lt"/>
              <a:cs typeface="+mn-lt"/>
              <a:sym typeface="+mn-ea"/>
            </a:endParaRPr>
          </a:p>
          <a:p>
            <a:pPr marL="571500" indent="-571500" defTabSz="771525" eaLnBrk="1" hangingPunct="1">
              <a:buFont typeface="Wingdings" panose="05000000000000000000" pitchFamily="2" charset="2"/>
              <a:buChar char="Ø"/>
            </a:pPr>
            <a:endParaRPr lang="en-US" altLang="zh-CN" sz="3600" b="1" dirty="0">
              <a:latin typeface="Malgun Gothic" panose="020B0503020000020004" pitchFamily="50" charset="-127"/>
              <a:ea typeface="+mn-lt"/>
              <a:cs typeface="+mn-lt"/>
              <a:sym typeface="+mn-ea"/>
            </a:endParaRPr>
          </a:p>
        </p:txBody>
      </p:sp>
      <p:sp>
        <p:nvSpPr>
          <p:cNvPr id="3082" name="文本框 2071"/>
          <p:cNvSpPr txBox="1"/>
          <p:nvPr/>
        </p:nvSpPr>
        <p:spPr>
          <a:xfrm>
            <a:off x="23760113" y="31007050"/>
            <a:ext cx="20012025" cy="1198563"/>
          </a:xfrm>
          <a:prstGeom prst="rect">
            <a:avLst/>
          </a:prstGeom>
          <a:noFill/>
          <a:ln w="9525">
            <a:noFill/>
          </a:ln>
        </p:spPr>
        <p:txBody>
          <a:bodyPr>
            <a:spAutoFit/>
          </a:bodyPr>
          <a:lstStyle/>
          <a:p>
            <a:pPr algn="ctr" defTabSz="771525" eaLnBrk="1" hangingPunct="1"/>
            <a:r>
              <a:rPr lang="en-US" altLang="ko-KR" sz="3600" b="1" dirty="0">
                <a:solidFill>
                  <a:srgbClr val="000000"/>
                </a:solidFill>
                <a:latin typeface="Arial" panose="020B0604020202020204" pitchFamily="34" charset="0"/>
                <a:ea typeface="Gulim" panose="020B0600000101010101" pitchFamily="50" charset="-127"/>
              </a:rPr>
              <a:t>Acknowledgment</a:t>
            </a:r>
            <a:r>
              <a:rPr lang="zh-CN" altLang="en-US" sz="3600" b="1" dirty="0">
                <a:solidFill>
                  <a:srgbClr val="000000"/>
                </a:solidFill>
                <a:latin typeface="Arial" panose="020B0604020202020204" pitchFamily="34" charset="0"/>
                <a:ea typeface="宋体" panose="02010600030101010101" pitchFamily="2" charset="-122"/>
              </a:rPr>
              <a:t>：</a:t>
            </a:r>
            <a:r>
              <a:rPr lang="en-US" altLang="ko-KR" sz="3600" dirty="0">
                <a:solidFill>
                  <a:srgbClr val="000000"/>
                </a:solidFill>
                <a:latin typeface="Arial" panose="020B0604020202020204" pitchFamily="34" charset="0"/>
                <a:ea typeface="Gulim" panose="020B0600000101010101" pitchFamily="50" charset="-127"/>
              </a:rPr>
              <a:t>National Research Foundation of Korea (Basic Science Research Program)                           </a:t>
            </a:r>
            <a:endParaRPr lang="en-US" altLang="ko-KR" sz="3600" dirty="0">
              <a:latin typeface="Arial" panose="020B0604020202020204" pitchFamily="34" charset="0"/>
              <a:ea typeface="Gulim" panose="020B0600000101010101" pitchFamily="50" charset="-127"/>
            </a:endParaRPr>
          </a:p>
          <a:p>
            <a:pPr algn="ctr" defTabSz="771525" eaLnBrk="1" hangingPunct="1"/>
            <a:r>
              <a:rPr lang="en-US" altLang="ko-KR" sz="3600" dirty="0">
                <a:solidFill>
                  <a:srgbClr val="000000"/>
                </a:solidFill>
                <a:latin typeface="Arial" panose="020B0604020202020204" pitchFamily="34" charset="0"/>
                <a:ea typeface="Gulim" panose="020B0600000101010101" pitchFamily="50" charset="-127"/>
              </a:rPr>
              <a:t>      </a:t>
            </a:r>
            <a:endParaRPr lang="en-US" altLang="ko-KR" sz="3600" dirty="0">
              <a:solidFill>
                <a:srgbClr val="000000"/>
              </a:solidFill>
              <a:latin typeface="Arial" panose="020B0604020202020204" pitchFamily="34" charset="0"/>
              <a:ea typeface="Gulim" panose="020B0600000101010101" pitchFamily="50" charset="-127"/>
            </a:endParaRPr>
          </a:p>
        </p:txBody>
      </p:sp>
      <p:sp>
        <p:nvSpPr>
          <p:cNvPr id="3083" name="矩形 2076"/>
          <p:cNvSpPr/>
          <p:nvPr/>
        </p:nvSpPr>
        <p:spPr>
          <a:xfrm>
            <a:off x="0" y="31799530"/>
            <a:ext cx="43921680" cy="1118870"/>
          </a:xfrm>
          <a:prstGeom prst="rect">
            <a:avLst/>
          </a:prstGeom>
          <a:solidFill>
            <a:srgbClr val="7030A0"/>
          </a:solidFill>
          <a:ln w="9525">
            <a:noFill/>
          </a:ln>
        </p:spPr>
        <p:txBody>
          <a:bodyPr lIns="137160" tIns="68580" rIns="137160" bIns="68580" anchor="ctr"/>
          <a:lstStyle/>
          <a:p>
            <a:pPr algn="ctr" defTabSz="4704080" eaLnBrk="1" hangingPunct="1"/>
            <a:r>
              <a:rPr lang="en-US" altLang="zh-CN" dirty="0">
                <a:solidFill>
                  <a:schemeClr val="bg1"/>
                </a:solidFill>
                <a:latin typeface="Arial" panose="020B0604020202020204" pitchFamily="34" charset="0"/>
                <a:ea typeface="宋体" panose="02010600030101010101" pitchFamily="2" charset="-122"/>
                <a:sym typeface="Symbol" panose="05050102010706020507" pitchFamily="18" charset="2"/>
              </a:rPr>
              <a:t>                                   </a:t>
            </a:r>
            <a:endParaRPr lang="en-US" altLang="zh-CN" dirty="0">
              <a:solidFill>
                <a:schemeClr val="bg1"/>
              </a:solidFill>
              <a:latin typeface="Arial" panose="020B0604020202020204" pitchFamily="34" charset="0"/>
              <a:ea typeface="宋体" panose="02010600030101010101" pitchFamily="2" charset="-122"/>
              <a:sym typeface="Symbol" panose="05050102010706020507" pitchFamily="18" charset="2"/>
            </a:endParaRPr>
          </a:p>
        </p:txBody>
      </p:sp>
      <p:sp>
        <p:nvSpPr>
          <p:cNvPr id="7" name="모서리가 둥근 직사각형 26"/>
          <p:cNvSpPr/>
          <p:nvPr/>
        </p:nvSpPr>
        <p:spPr>
          <a:xfrm>
            <a:off x="5020945" y="14145260"/>
            <a:ext cx="12303760" cy="789305"/>
          </a:xfrm>
          <a:prstGeom prst="roundRect">
            <a:avLst/>
          </a:prstGeom>
          <a:solidFill>
            <a:srgbClr val="F7C959"/>
          </a:solidFill>
          <a:ln>
            <a:solidFill>
              <a:srgbClr val="7030A0"/>
            </a:solidFill>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ctr" latinLnBrk="0" hangingPunct="1">
              <a:lnSpc>
                <a:spcPct val="120000"/>
              </a:lnSpc>
              <a:spcBef>
                <a:spcPct val="0"/>
              </a:spcBef>
              <a:spcAft>
                <a:spcPct val="0"/>
              </a:spcAft>
              <a:buClrTx/>
              <a:buSzTx/>
              <a:buFontTx/>
              <a:buNone/>
              <a:defRPr/>
            </a:pPr>
            <a:r>
              <a:rPr kumimoji="0" lang="en-US" altLang="ko-KR" sz="5400" b="1" i="0" u="none" strike="noStrike" kern="1200" cap="none" spc="0" normalizeH="0" baseline="0" noProof="1">
                <a:ln w="10541" cmpd="sng">
                  <a:solidFill>
                    <a:srgbClr val="7030A0"/>
                  </a:solidFill>
                  <a:prstDash val="solid"/>
                </a:ln>
                <a:solidFill>
                  <a:schemeClr val="tx1"/>
                </a:solidFill>
                <a:effectLst/>
                <a:uLnTx/>
                <a:uFillTx/>
                <a:latin typeface="나눔고딕 ExtraBold" pitchFamily="50" charset="-127"/>
                <a:ea typeface="나눔고딕 ExtraBold" pitchFamily="50" charset="-127"/>
                <a:cs typeface="+mn-cs"/>
                <a:sym typeface="+mn-ea"/>
              </a:rPr>
              <a:t>Background</a:t>
            </a:r>
            <a:endParaRPr kumimoji="0" lang="en-US" altLang="ko-KR" sz="5400" b="1" i="0" u="none" strike="noStrike" kern="1200" cap="none" spc="0" normalizeH="0" baseline="0" noProof="1">
              <a:ln w="10541" cmpd="sng">
                <a:solidFill>
                  <a:srgbClr val="7030A0"/>
                </a:solidFill>
                <a:prstDash val="solid"/>
              </a:ln>
              <a:solidFill>
                <a:schemeClr val="tx1"/>
              </a:solidFill>
              <a:effectLst/>
              <a:uLnTx/>
              <a:uFillTx/>
              <a:latin typeface="나눔고딕 ExtraBold" pitchFamily="50" charset="-127"/>
              <a:ea typeface="나눔고딕 ExtraBold" pitchFamily="50" charset="-127"/>
              <a:cs typeface="+mn-cs"/>
              <a:sym typeface="+mn-ea"/>
            </a:endParaRPr>
          </a:p>
        </p:txBody>
      </p:sp>
      <p:sp>
        <p:nvSpPr>
          <p:cNvPr id="3089" name="文本框 9"/>
          <p:cNvSpPr txBox="1"/>
          <p:nvPr/>
        </p:nvSpPr>
        <p:spPr>
          <a:xfrm>
            <a:off x="409575" y="19674205"/>
            <a:ext cx="18994120" cy="645160"/>
          </a:xfrm>
          <a:prstGeom prst="rect">
            <a:avLst/>
          </a:prstGeom>
          <a:noFill/>
          <a:ln w="9525">
            <a:noFill/>
          </a:ln>
        </p:spPr>
        <p:txBody>
          <a:bodyPr wrap="square">
            <a:spAutoFit/>
          </a:bodyPr>
          <a:lstStyle/>
          <a:p>
            <a:pPr eaLnBrk="1" hangingPunct="1"/>
            <a:r>
              <a:rPr lang="en-US" altLang="ko-KR" sz="3600" b="1" dirty="0">
                <a:latin typeface="Arial" panose="020B0604020202020204" pitchFamily="34" charset="0"/>
                <a:ea typeface="Gulim" panose="020B0600000101010101" pitchFamily="50" charset="-127"/>
              </a:rPr>
              <a:t>◈ </a:t>
            </a:r>
            <a:r>
              <a:rPr sz="3600" b="1" dirty="0">
                <a:latin typeface="Arial" panose="020B0604020202020204" pitchFamily="34" charset="0"/>
                <a:ea typeface="Gulim" panose="020B0600000101010101" pitchFamily="50" charset="-127"/>
              </a:rPr>
              <a:t>Random-phase approximation and Self-consistent field theory </a:t>
            </a:r>
            <a:endParaRPr sz="3600" b="1" dirty="0">
              <a:latin typeface="Arial" panose="020B0604020202020204" pitchFamily="34" charset="0"/>
              <a:ea typeface="Gulim" panose="020B0600000101010101" pitchFamily="50" charset="-127"/>
            </a:endParaRPr>
          </a:p>
        </p:txBody>
      </p:sp>
      <p:sp>
        <p:nvSpPr>
          <p:cNvPr id="3110" name="文本框 22"/>
          <p:cNvSpPr txBox="1"/>
          <p:nvPr/>
        </p:nvSpPr>
        <p:spPr>
          <a:xfrm>
            <a:off x="914400" y="20391755"/>
            <a:ext cx="6937375" cy="521970"/>
          </a:xfrm>
          <a:prstGeom prst="rect">
            <a:avLst/>
          </a:prstGeom>
          <a:noFill/>
          <a:ln w="9525">
            <a:noFill/>
          </a:ln>
        </p:spPr>
        <p:txBody>
          <a:bodyPr wrap="square">
            <a:spAutoFit/>
          </a:bodyPr>
          <a:lstStyle/>
          <a:p>
            <a:pPr marL="457200" indent="-457200" eaLnBrk="1" hangingPunct="1">
              <a:buFont typeface="Arial" panose="020B0604020202020204" pitchFamily="34" charset="0"/>
              <a:buChar char="•"/>
            </a:pPr>
            <a:r>
              <a:rPr lang="en-US" altLang="ko-KR" sz="2800" b="1" i="1" dirty="0">
                <a:solidFill>
                  <a:srgbClr val="0070C0"/>
                </a:solidFill>
                <a:latin typeface="Arial" panose="020B0604020202020204" pitchFamily="34" charset="0"/>
                <a:ea typeface="Gulim" panose="020B0600000101010101" pitchFamily="50" charset="-127"/>
              </a:rPr>
              <a:t>Unconnected polar interactions</a:t>
            </a:r>
            <a:endParaRPr lang="en-US" altLang="ko-KR" sz="2800" b="1" i="1" dirty="0">
              <a:solidFill>
                <a:srgbClr val="0070C0"/>
              </a:solidFill>
              <a:latin typeface="Arial" panose="020B0604020202020204" pitchFamily="34" charset="0"/>
              <a:ea typeface="Gulim" panose="020B0600000101010101" pitchFamily="50" charset="-127"/>
            </a:endParaRPr>
          </a:p>
        </p:txBody>
      </p:sp>
      <p:sp>
        <p:nvSpPr>
          <p:cNvPr id="3112" name="TextBox 208"/>
          <p:cNvSpPr txBox="1"/>
          <p:nvPr/>
        </p:nvSpPr>
        <p:spPr>
          <a:xfrm>
            <a:off x="409575" y="15027910"/>
            <a:ext cx="7722870" cy="645160"/>
          </a:xfrm>
          <a:prstGeom prst="rect">
            <a:avLst/>
          </a:prstGeom>
          <a:noFill/>
          <a:ln w="9525">
            <a:noFill/>
          </a:ln>
        </p:spPr>
        <p:txBody>
          <a:bodyPr wrap="square">
            <a:spAutoFit/>
          </a:bodyPr>
          <a:lstStyle/>
          <a:p>
            <a:pPr eaLnBrk="1" hangingPunct="1"/>
            <a:r>
              <a:rPr lang="en-US" altLang="ko-KR" sz="3600" b="1" dirty="0">
                <a:latin typeface="Arial" panose="020B0604020202020204" pitchFamily="34" charset="0"/>
                <a:ea typeface="Gulim" panose="020B0600000101010101" pitchFamily="50" charset="-127"/>
              </a:rPr>
              <a:t>◈ S</a:t>
            </a:r>
            <a:r>
              <a:rPr lang="en-US" altLang="ko-KR" sz="3600" b="1" dirty="0">
                <a:latin typeface="Arial" panose="020B0604020202020204" pitchFamily="34" charset="0"/>
                <a:ea typeface="Batang" panose="02030600000101010101" pitchFamily="18" charset="-127"/>
              </a:rPr>
              <a:t>timuli-responsive polymers</a:t>
            </a:r>
            <a:endParaRPr lang="en-US" altLang="ko-KR" sz="3600" b="1" dirty="0">
              <a:latin typeface="Arial" panose="020B0604020202020204" pitchFamily="34" charset="0"/>
              <a:ea typeface="Batang" panose="02030600000101010101" pitchFamily="18" charset="-127"/>
            </a:endParaRPr>
          </a:p>
        </p:txBody>
      </p:sp>
      <p:sp>
        <p:nvSpPr>
          <p:cNvPr id="3116" name="文本框 6"/>
          <p:cNvSpPr txBox="1"/>
          <p:nvPr/>
        </p:nvSpPr>
        <p:spPr>
          <a:xfrm>
            <a:off x="22611080" y="7877175"/>
            <a:ext cx="16282035" cy="645160"/>
          </a:xfrm>
          <a:prstGeom prst="rect">
            <a:avLst/>
          </a:prstGeom>
          <a:noFill/>
          <a:ln w="9525">
            <a:noFill/>
          </a:ln>
        </p:spPr>
        <p:txBody>
          <a:bodyPr wrap="square">
            <a:spAutoFit/>
          </a:bodyPr>
          <a:lstStyle/>
          <a:p>
            <a:pPr marL="114300" indent="-571500" algn="l">
              <a:buFont typeface="Wingdings" panose="05000000000000000000" charset="0"/>
              <a:buChar char="Ø"/>
            </a:pPr>
            <a:r>
              <a:rPr lang="en-US" altLang="zh-CN" sz="3600" b="1" dirty="0">
                <a:latin typeface="Arial" panose="020B0604020202020204" pitchFamily="34" charset="0"/>
                <a:ea typeface="宋体" panose="02010600030101010101" pitchFamily="2" charset="-122"/>
              </a:rPr>
              <a:t> </a:t>
            </a:r>
            <a:r>
              <a:rPr lang="en-US" altLang="zh-CN" sz="3600" b="1" dirty="0">
                <a:solidFill>
                  <a:srgbClr val="C00000"/>
                </a:solidFill>
                <a:latin typeface="+mn-lt"/>
                <a:ea typeface="宋体" panose="02010600030101010101" pitchFamily="2" charset="-122"/>
                <a:sym typeface="+mn-ea"/>
              </a:rPr>
              <a:t>Spinodals from RPA and density profiles from SCFT </a:t>
            </a:r>
            <a:endParaRPr lang="en-US" altLang="zh-CN" sz="3600" b="1" dirty="0">
              <a:solidFill>
                <a:srgbClr val="C00000"/>
              </a:solidFill>
              <a:latin typeface="+mn-lt"/>
              <a:ea typeface="宋体" panose="02010600030101010101" pitchFamily="2" charset="-122"/>
              <a:sym typeface="+mn-ea"/>
            </a:endParaRPr>
          </a:p>
        </p:txBody>
      </p:sp>
      <p:sp>
        <p:nvSpPr>
          <p:cNvPr id="13" name="文本框 6"/>
          <p:cNvSpPr txBox="1"/>
          <p:nvPr/>
        </p:nvSpPr>
        <p:spPr>
          <a:xfrm>
            <a:off x="22656800" y="19997420"/>
            <a:ext cx="17285335" cy="645160"/>
          </a:xfrm>
          <a:prstGeom prst="rect">
            <a:avLst/>
          </a:prstGeom>
          <a:noFill/>
          <a:ln w="9525">
            <a:noFill/>
          </a:ln>
        </p:spPr>
        <p:txBody>
          <a:bodyPr wrap="square">
            <a:spAutoFit/>
          </a:bodyPr>
          <a:lstStyle/>
          <a:p>
            <a:pPr marL="571500" indent="-571500">
              <a:buFont typeface="Wingdings" panose="05000000000000000000" charset="0"/>
              <a:buChar char="Ø"/>
            </a:pPr>
            <a:r>
              <a:rPr lang="en-US" altLang="zh-CN" sz="3600" b="1" dirty="0">
                <a:latin typeface="Arial" panose="020B0604020202020204" pitchFamily="34" charset="0"/>
                <a:ea typeface="宋体" panose="02010600030101010101" pitchFamily="2" charset="-122"/>
              </a:rPr>
              <a:t> </a:t>
            </a:r>
            <a:r>
              <a:rPr lang="en-US" altLang="zh-CN" sz="3600" b="1" dirty="0">
                <a:solidFill>
                  <a:srgbClr val="C00000"/>
                </a:solidFill>
                <a:latin typeface="+mn-lt"/>
                <a:ea typeface="宋体" panose="02010600030101010101" pitchFamily="2" charset="-122"/>
                <a:sym typeface="+mn-ea"/>
              </a:rPr>
              <a:t>Dependence of UODT and LDOT on pressure</a:t>
            </a:r>
            <a:endParaRPr lang="en-US" altLang="zh-CN" sz="3600" b="1" dirty="0">
              <a:solidFill>
                <a:srgbClr val="C00000"/>
              </a:solidFill>
              <a:latin typeface="+mn-lt"/>
              <a:ea typeface="宋体" panose="02010600030101010101" pitchFamily="2" charset="-122"/>
              <a:sym typeface="+mn-ea"/>
            </a:endParaRPr>
          </a:p>
        </p:txBody>
      </p:sp>
      <p:sp>
        <p:nvSpPr>
          <p:cNvPr id="47" name="文本框 22"/>
          <p:cNvSpPr txBox="1"/>
          <p:nvPr/>
        </p:nvSpPr>
        <p:spPr>
          <a:xfrm>
            <a:off x="981075" y="23475950"/>
            <a:ext cx="4913313" cy="521970"/>
          </a:xfrm>
          <a:prstGeom prst="rect">
            <a:avLst/>
          </a:prstGeom>
          <a:noFill/>
          <a:ln w="9525">
            <a:noFill/>
          </a:ln>
        </p:spPr>
        <p:txBody>
          <a:bodyPr>
            <a:spAutoFit/>
          </a:bodyPr>
          <a:lstStyle/>
          <a:p>
            <a:pPr marL="457200" indent="-457200" eaLnBrk="1" hangingPunct="1">
              <a:buFont typeface="Arial" panose="020B0604020202020204" pitchFamily="34" charset="0"/>
              <a:buChar char="•"/>
            </a:pPr>
            <a:r>
              <a:rPr lang="en-US" altLang="ko-KR" sz="2800" b="1" i="1" dirty="0">
                <a:solidFill>
                  <a:srgbClr val="0070C0"/>
                </a:solidFill>
                <a:latin typeface="Arial" panose="020B0604020202020204" pitchFamily="34" charset="0"/>
                <a:ea typeface="Gulim" panose="020B0600000101010101" pitchFamily="50" charset="-127"/>
              </a:rPr>
              <a:t>Free energy</a:t>
            </a:r>
            <a:endParaRPr lang="en-US" altLang="ko-KR" sz="2800" b="1" i="1" dirty="0">
              <a:solidFill>
                <a:srgbClr val="0070C0"/>
              </a:solidFill>
              <a:latin typeface="Arial" panose="020B0604020202020204" pitchFamily="34" charset="0"/>
              <a:ea typeface="Gulim" panose="020B0600000101010101" pitchFamily="50" charset="-127"/>
            </a:endParaRPr>
          </a:p>
        </p:txBody>
      </p:sp>
      <p:sp>
        <p:nvSpPr>
          <p:cNvPr id="12" name="Rectangle 74"/>
          <p:cNvSpPr>
            <a:spLocks noChangeArrowheads="1"/>
          </p:cNvSpPr>
          <p:nvPr/>
        </p:nvSpPr>
        <p:spPr bwMode="auto">
          <a:xfrm>
            <a:off x="0" y="0"/>
            <a:ext cx="43891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ko-KR" altLang="en-US"/>
          </a:p>
        </p:txBody>
      </p:sp>
      <p:pic>
        <p:nvPicPr>
          <p:cNvPr id="8" name="图片 7"/>
          <p:cNvPicPr>
            <a:picLocks noChangeAspect="1"/>
          </p:cNvPicPr>
          <p:nvPr/>
        </p:nvPicPr>
        <p:blipFill>
          <a:blip r:embed="rId1"/>
          <a:stretch>
            <a:fillRect/>
          </a:stretch>
        </p:blipFill>
        <p:spPr>
          <a:xfrm>
            <a:off x="39665275" y="406400"/>
            <a:ext cx="3679190" cy="3679190"/>
          </a:xfrm>
          <a:prstGeom prst="rect">
            <a:avLst/>
          </a:prstGeom>
        </p:spPr>
      </p:pic>
      <p:sp>
        <p:nvSpPr>
          <p:cNvPr id="2" name="모서리가 둥근 직사각형 26"/>
          <p:cNvSpPr/>
          <p:nvPr/>
        </p:nvSpPr>
        <p:spPr>
          <a:xfrm>
            <a:off x="5020310" y="18819495"/>
            <a:ext cx="12303760" cy="829945"/>
          </a:xfrm>
          <a:prstGeom prst="roundRect">
            <a:avLst/>
          </a:prstGeom>
          <a:solidFill>
            <a:srgbClr val="F7C959"/>
          </a:solidFill>
          <a:ln>
            <a:solidFill>
              <a:srgbClr val="7030A0"/>
            </a:solidFill>
          </a:ln>
        </p:spPr>
        <p:style>
          <a:lnRef idx="1">
            <a:schemeClr val="accent1"/>
          </a:lnRef>
          <a:fillRef idx="3">
            <a:schemeClr val="accent1"/>
          </a:fillRef>
          <a:effectRef idx="2">
            <a:schemeClr val="accent1"/>
          </a:effectRef>
          <a:fontRef idx="minor">
            <a:schemeClr val="lt1"/>
          </a:fontRef>
        </p:style>
        <p:txBody>
          <a:bodyPr anchor="ctr"/>
          <a:p>
            <a:pPr marL="0" marR="0" lvl="0" indent="0" algn="ctr" defTabSz="914400" rtl="0" eaLnBrk="1" fontAlgn="ctr" latinLnBrk="0" hangingPunct="1">
              <a:lnSpc>
                <a:spcPct val="130000"/>
              </a:lnSpc>
              <a:spcBef>
                <a:spcPct val="0"/>
              </a:spcBef>
              <a:spcAft>
                <a:spcPct val="0"/>
              </a:spcAft>
              <a:buClrTx/>
              <a:buSzTx/>
              <a:buFontTx/>
              <a:buNone/>
              <a:defRPr/>
            </a:pPr>
            <a:r>
              <a:rPr kumimoji="0" lang="en-US" altLang="ko-KR" sz="5400" b="1" i="0" u="none" strike="noStrike" kern="1200" cap="none" spc="0" normalizeH="0" baseline="0" noProof="1">
                <a:ln w="10541" cmpd="sng">
                  <a:solidFill>
                    <a:srgbClr val="7030A0"/>
                  </a:solidFill>
                  <a:prstDash val="solid"/>
                </a:ln>
                <a:solidFill>
                  <a:schemeClr val="tx1"/>
                </a:solidFill>
                <a:effectLst/>
                <a:uLnTx/>
                <a:uFillTx/>
                <a:latin typeface="나눔고딕 ExtraBold" pitchFamily="50" charset="-127"/>
                <a:ea typeface="나눔고딕 ExtraBold" pitchFamily="50" charset="-127"/>
                <a:cs typeface="+mn-cs"/>
                <a:sym typeface="+mn-ea"/>
              </a:rPr>
              <a:t>Theory</a:t>
            </a:r>
            <a:endParaRPr kumimoji="0" lang="en-US" altLang="ko-KR" sz="5400" b="1" i="0" u="none" strike="noStrike" kern="1200" cap="none" spc="0" normalizeH="0" baseline="0" noProof="1">
              <a:ln w="10541" cmpd="sng">
                <a:solidFill>
                  <a:srgbClr val="7030A0"/>
                </a:solidFill>
                <a:prstDash val="solid"/>
              </a:ln>
              <a:solidFill>
                <a:schemeClr val="tx1"/>
              </a:solidFill>
              <a:effectLst/>
              <a:uLnTx/>
              <a:uFillTx/>
              <a:latin typeface="나눔고딕 ExtraBold" pitchFamily="50" charset="-127"/>
              <a:ea typeface="나눔고딕 ExtraBold" pitchFamily="50" charset="-127"/>
              <a:cs typeface="+mn-cs"/>
              <a:sym typeface="+mn-ea"/>
            </a:endParaRPr>
          </a:p>
        </p:txBody>
      </p:sp>
      <p:sp>
        <p:nvSpPr>
          <p:cNvPr id="3" name="文本框 2"/>
          <p:cNvSpPr txBox="1"/>
          <p:nvPr>
            <p:custDataLst>
              <p:tags r:id="rId2"/>
            </p:custDataLst>
          </p:nvPr>
        </p:nvSpPr>
        <p:spPr>
          <a:xfrm>
            <a:off x="799465" y="15826740"/>
            <a:ext cx="3048000" cy="645160"/>
          </a:xfrm>
          <a:prstGeom prst="rect">
            <a:avLst/>
          </a:prstGeom>
          <a:noFill/>
        </p:spPr>
        <p:txBody>
          <a:bodyPr wrap="square" rtlCol="0">
            <a:spAutoFit/>
          </a:bodyPr>
          <a:p>
            <a:pPr algn="ctr"/>
            <a:r>
              <a:rPr lang="en-US" altLang="zh-CN" sz="1800" b="1">
                <a:solidFill>
                  <a:srgbClr val="7030A0"/>
                </a:solidFill>
              </a:rPr>
              <a:t>Polystyrene-b-poly(n-pentyl methacrylate)</a:t>
            </a:r>
            <a:endParaRPr lang="en-US" altLang="zh-CN" sz="1800" b="1">
              <a:solidFill>
                <a:srgbClr val="7030A0"/>
              </a:solidFill>
            </a:endParaRPr>
          </a:p>
        </p:txBody>
      </p:sp>
      <p:sp>
        <p:nvSpPr>
          <p:cNvPr id="16" name="文本框 15"/>
          <p:cNvSpPr txBox="1"/>
          <p:nvPr>
            <p:custDataLst>
              <p:tags r:id="rId3"/>
            </p:custDataLst>
          </p:nvPr>
        </p:nvSpPr>
        <p:spPr>
          <a:xfrm>
            <a:off x="4167505" y="15868650"/>
            <a:ext cx="2947035" cy="645160"/>
          </a:xfrm>
          <a:prstGeom prst="rect">
            <a:avLst/>
          </a:prstGeom>
          <a:noFill/>
        </p:spPr>
        <p:txBody>
          <a:bodyPr wrap="square" rtlCol="0">
            <a:spAutoFit/>
          </a:bodyPr>
          <a:p>
            <a:pPr algn="ctr"/>
            <a:r>
              <a:rPr lang="en-US" altLang="zh-CN" sz="1800" b="1">
                <a:solidFill>
                  <a:srgbClr val="7030A0"/>
                </a:solidFill>
              </a:rPr>
              <a:t>Poly(styrene)-b-poly(n-butyl methacrylate)</a:t>
            </a:r>
            <a:endParaRPr lang="en-US" altLang="zh-CN" sz="1800" b="1">
              <a:solidFill>
                <a:srgbClr val="7030A0"/>
              </a:solidFill>
            </a:endParaRPr>
          </a:p>
        </p:txBody>
      </p:sp>
      <p:pic>
        <p:nvPicPr>
          <p:cNvPr id="36" name="图片 35"/>
          <p:cNvPicPr>
            <a:picLocks noChangeAspect="1"/>
          </p:cNvPicPr>
          <p:nvPr/>
        </p:nvPicPr>
        <p:blipFill>
          <a:blip r:embed="rId4">
            <a:lum bright="-100000" contrast="-28000"/>
          </a:blip>
          <a:stretch>
            <a:fillRect/>
          </a:stretch>
        </p:blipFill>
        <p:spPr>
          <a:xfrm>
            <a:off x="4434840" y="16443960"/>
            <a:ext cx="2412365" cy="2129155"/>
          </a:xfrm>
          <a:prstGeom prst="rect">
            <a:avLst/>
          </a:prstGeom>
        </p:spPr>
      </p:pic>
      <p:pic>
        <p:nvPicPr>
          <p:cNvPr id="23" name="图片 22"/>
          <p:cNvPicPr>
            <a:picLocks noChangeAspect="1"/>
          </p:cNvPicPr>
          <p:nvPr/>
        </p:nvPicPr>
        <p:blipFill>
          <a:blip r:embed="rId5">
            <a:clrChange>
              <a:clrFrom>
                <a:srgbClr val="FFFFFF">
                  <a:alpha val="100000"/>
                </a:srgbClr>
              </a:clrFrom>
              <a:clrTo>
                <a:srgbClr val="FFFFFF">
                  <a:alpha val="100000"/>
                  <a:alpha val="0"/>
                </a:srgbClr>
              </a:clrTo>
            </a:clrChange>
            <a:lum bright="-36000" contrast="60000"/>
          </a:blip>
          <a:srcRect l="7720" t="18027" r="56495" b="13352"/>
          <a:stretch>
            <a:fillRect/>
          </a:stretch>
        </p:blipFill>
        <p:spPr>
          <a:xfrm>
            <a:off x="981075" y="16565245"/>
            <a:ext cx="2684145" cy="1887855"/>
          </a:xfrm>
          <a:prstGeom prst="rect">
            <a:avLst/>
          </a:prstGeom>
        </p:spPr>
      </p:pic>
      <p:sp>
        <p:nvSpPr>
          <p:cNvPr id="24" name="TextBox 208"/>
          <p:cNvSpPr txBox="1"/>
          <p:nvPr/>
        </p:nvSpPr>
        <p:spPr>
          <a:xfrm>
            <a:off x="8183245" y="15002510"/>
            <a:ext cx="12882245" cy="1198880"/>
          </a:xfrm>
          <a:prstGeom prst="rect">
            <a:avLst/>
          </a:prstGeom>
          <a:noFill/>
          <a:ln w="9525">
            <a:noFill/>
          </a:ln>
        </p:spPr>
        <p:txBody>
          <a:bodyPr wrap="square">
            <a:spAutoFit/>
          </a:bodyPr>
          <a:p>
            <a:pPr eaLnBrk="1" hangingPunct="1"/>
            <a:r>
              <a:rPr lang="en-US" altLang="ko-KR" sz="3600" b="1" dirty="0">
                <a:latin typeface="Arial" panose="020B0604020202020204" pitchFamily="34" charset="0"/>
                <a:ea typeface="Gulim" panose="020B0600000101010101" pitchFamily="50" charset="-127"/>
              </a:rPr>
              <a:t>◈ O</a:t>
            </a:r>
            <a:r>
              <a:rPr lang="en-US" altLang="ko-KR" sz="3600" b="1" dirty="0">
                <a:latin typeface="Arial" panose="020B0604020202020204" pitchFamily="34" charset="0"/>
              </a:rPr>
              <a:t>rigin of LDOT of associating </a:t>
            </a:r>
            <a:endParaRPr lang="en-US" altLang="ko-KR" sz="3600" b="1" dirty="0">
              <a:latin typeface="Arial" panose="020B0604020202020204" pitchFamily="34" charset="0"/>
            </a:endParaRPr>
          </a:p>
          <a:p>
            <a:pPr eaLnBrk="1" hangingPunct="1"/>
            <a:r>
              <a:rPr lang="en-US" altLang="ko-KR" sz="3600" b="1" dirty="0">
                <a:latin typeface="Arial" panose="020B0604020202020204" pitchFamily="34" charset="0"/>
              </a:rPr>
              <a:t>                                       A-b-B diblock copolymers system</a:t>
            </a:r>
            <a:endParaRPr lang="en-US" altLang="ko-KR" sz="3600" b="1" dirty="0">
              <a:latin typeface="Arial" panose="020B0604020202020204" pitchFamily="34" charset="0"/>
            </a:endParaRPr>
          </a:p>
        </p:txBody>
      </p:sp>
      <p:sp>
        <p:nvSpPr>
          <p:cNvPr id="59" name="文本框 22"/>
          <p:cNvSpPr txBox="1"/>
          <p:nvPr>
            <p:custDataLst>
              <p:tags r:id="rId6"/>
            </p:custDataLst>
          </p:nvPr>
        </p:nvSpPr>
        <p:spPr>
          <a:xfrm>
            <a:off x="14011275" y="16803370"/>
            <a:ext cx="5276850" cy="953135"/>
          </a:xfrm>
          <a:prstGeom prst="rect">
            <a:avLst/>
          </a:prstGeom>
          <a:noFill/>
          <a:ln w="9525">
            <a:noFill/>
          </a:ln>
        </p:spPr>
        <p:txBody>
          <a:bodyPr wrap="square">
            <a:spAutoFit/>
            <a:scene3d>
              <a:camera prst="orthographicFront"/>
              <a:lightRig rig="threePt" dir="t"/>
            </a:scene3d>
          </a:bodyPr>
          <a:p>
            <a:pPr algn="ctr">
              <a:buFont typeface="Arial" panose="020B0604020202020204" pitchFamily="34" charset="0"/>
              <a:buNone/>
            </a:pPr>
            <a:r>
              <a:rPr lang="en-US" altLang="ko-KR" sz="2800" b="1" dirty="0">
                <a:solidFill>
                  <a:srgbClr val="7030A0"/>
                </a:solidFill>
                <a:effectLst>
                  <a:outerShdw blurRad="38100" dist="19050" dir="2700000" algn="tl" rotWithShape="0">
                    <a:schemeClr val="dk1">
                      <a:alpha val="40000"/>
                    </a:schemeClr>
                  </a:outerShdw>
                </a:effectLst>
                <a:latin typeface="Arial" panose="020B0604020202020204" pitchFamily="34" charset="0"/>
                <a:ea typeface="Gulim" panose="020B0600000101010101" pitchFamily="50" charset="-127"/>
              </a:rPr>
              <a:t>Originated from polar bonds such as H-bonds</a:t>
            </a:r>
            <a:endParaRPr lang="en-US" altLang="ko-KR" sz="2800" b="1" dirty="0">
              <a:solidFill>
                <a:srgbClr val="7030A0"/>
              </a:solidFill>
              <a:effectLst>
                <a:outerShdw blurRad="38100" dist="19050" dir="2700000" algn="tl" rotWithShape="0">
                  <a:schemeClr val="dk1">
                    <a:alpha val="40000"/>
                  </a:schemeClr>
                </a:outerShdw>
              </a:effectLst>
              <a:latin typeface="Arial" panose="020B0604020202020204" pitchFamily="34" charset="0"/>
              <a:ea typeface="Gulim" panose="020B0600000101010101" pitchFamily="50" charset="-127"/>
            </a:endParaRPr>
          </a:p>
        </p:txBody>
      </p:sp>
      <p:sp>
        <p:nvSpPr>
          <p:cNvPr id="28" name="椭圆 27"/>
          <p:cNvSpPr/>
          <p:nvPr/>
        </p:nvSpPr>
        <p:spPr>
          <a:xfrm>
            <a:off x="1887855" y="21103590"/>
            <a:ext cx="561975" cy="531495"/>
          </a:xfrm>
          <a:prstGeom prst="ellipse">
            <a:avLst/>
          </a:prstGeom>
          <a:gradFill rotWithShape="1">
            <a:gsLst>
              <a:gs pos="0">
                <a:srgbClr val="4DA5BA">
                  <a:tint val="50000"/>
                  <a:satMod val="300000"/>
                </a:srgbClr>
              </a:gs>
              <a:gs pos="35000">
                <a:srgbClr val="4DA5BA">
                  <a:tint val="37000"/>
                  <a:satMod val="300000"/>
                </a:srgbClr>
              </a:gs>
              <a:gs pos="100000">
                <a:srgbClr val="4DA5BA">
                  <a:tint val="15000"/>
                  <a:satMod val="350000"/>
                </a:srgbClr>
              </a:gs>
            </a:gsLst>
            <a:lin ang="16200000" scaled="1"/>
          </a:gradFill>
          <a:ln w="9525" cap="flat" cmpd="sng" algn="ctr">
            <a:solidFill>
              <a:srgbClr val="4DA5BA"/>
            </a:solidFill>
            <a:prstDash val="solid"/>
          </a:ln>
          <a:effectLst>
            <a:outerShdw blurRad="40000" dist="20000" dir="5400000" rotWithShape="0">
              <a:srgbClr val="000000">
                <a:alpha val="38000"/>
              </a:srgbClr>
            </a:outerShdw>
          </a:effectLst>
        </p:spPr>
        <p:txBody>
          <a:bodyPr rtlCol="0" anchor="ctr"/>
          <a:p>
            <a:pPr algn="ctr"/>
            <a:r>
              <a:rPr lang="en-US" altLang="zh-CN" sz="1400" b="1"/>
              <a:t>10</a:t>
            </a:r>
            <a:endParaRPr lang="en-US" altLang="zh-CN" sz="1400" b="1"/>
          </a:p>
        </p:txBody>
      </p:sp>
      <p:sp>
        <p:nvSpPr>
          <p:cNvPr id="29" name="椭圆 28"/>
          <p:cNvSpPr/>
          <p:nvPr/>
        </p:nvSpPr>
        <p:spPr>
          <a:xfrm>
            <a:off x="4038600" y="21463635"/>
            <a:ext cx="561975" cy="531495"/>
          </a:xfrm>
          <a:prstGeom prst="ellipse">
            <a:avLst/>
          </a:prstGeom>
          <a:gradFill rotWithShape="1">
            <a:gsLst>
              <a:gs pos="0">
                <a:srgbClr val="4DA5BA">
                  <a:tint val="50000"/>
                  <a:satMod val="300000"/>
                </a:srgbClr>
              </a:gs>
              <a:gs pos="35000">
                <a:srgbClr val="4DA5BA">
                  <a:tint val="37000"/>
                  <a:satMod val="300000"/>
                </a:srgbClr>
              </a:gs>
              <a:gs pos="100000">
                <a:srgbClr val="4DA5BA">
                  <a:tint val="15000"/>
                  <a:satMod val="350000"/>
                </a:srgbClr>
              </a:gs>
            </a:gsLst>
            <a:lin ang="16200000" scaled="1"/>
          </a:gradFill>
          <a:ln w="9525" cap="flat" cmpd="sng" algn="ctr">
            <a:solidFill>
              <a:srgbClr val="4DA5BA"/>
            </a:solidFill>
            <a:prstDash val="solid"/>
          </a:ln>
          <a:effectLst>
            <a:outerShdw blurRad="40000" dist="20000" dir="5400000" rotWithShape="0">
              <a:srgbClr val="000000">
                <a:alpha val="38000"/>
              </a:srgbClr>
            </a:outerShdw>
          </a:effectLst>
        </p:spPr>
        <p:txBody>
          <a:bodyPr rtlCol="0" anchor="ctr"/>
          <a:p>
            <a:pPr algn="ctr"/>
            <a:r>
              <a:rPr lang="en-US" altLang="zh-CN" sz="1400" b="1"/>
              <a:t>6</a:t>
            </a:r>
            <a:endParaRPr lang="en-US" altLang="zh-CN" sz="1400" b="1"/>
          </a:p>
        </p:txBody>
      </p:sp>
      <p:sp>
        <p:nvSpPr>
          <p:cNvPr id="32" name="椭圆 31"/>
          <p:cNvSpPr/>
          <p:nvPr/>
        </p:nvSpPr>
        <p:spPr>
          <a:xfrm>
            <a:off x="3476625" y="21319490"/>
            <a:ext cx="561975" cy="531495"/>
          </a:xfrm>
          <a:prstGeom prst="ellipse">
            <a:avLst/>
          </a:prstGeom>
          <a:gradFill rotWithShape="1">
            <a:gsLst>
              <a:gs pos="0">
                <a:srgbClr val="4DA5BA">
                  <a:tint val="50000"/>
                  <a:satMod val="300000"/>
                </a:srgbClr>
              </a:gs>
              <a:gs pos="35000">
                <a:srgbClr val="4DA5BA">
                  <a:tint val="37000"/>
                  <a:satMod val="300000"/>
                </a:srgbClr>
              </a:gs>
              <a:gs pos="100000">
                <a:srgbClr val="4DA5BA">
                  <a:tint val="15000"/>
                  <a:satMod val="350000"/>
                </a:srgbClr>
              </a:gs>
            </a:gsLst>
            <a:lin ang="16200000" scaled="1"/>
          </a:gradFill>
          <a:ln w="9525" cap="flat" cmpd="sng" algn="ctr">
            <a:solidFill>
              <a:srgbClr val="4DA5BA"/>
            </a:solidFill>
            <a:prstDash val="solid"/>
          </a:ln>
          <a:effectLst>
            <a:outerShdw blurRad="40000" dist="20000" dir="5400000" rotWithShape="0">
              <a:srgbClr val="000000">
                <a:alpha val="38000"/>
              </a:srgbClr>
            </a:outerShdw>
          </a:effectLst>
        </p:spPr>
        <p:txBody>
          <a:bodyPr rtlCol="0" anchor="ctr"/>
          <a:p>
            <a:pPr algn="ctr"/>
            <a:r>
              <a:rPr lang="en-US" altLang="zh-CN" sz="1400" b="1"/>
              <a:t>7</a:t>
            </a:r>
            <a:endParaRPr lang="en-US" altLang="zh-CN" sz="1400" b="1"/>
          </a:p>
        </p:txBody>
      </p:sp>
      <p:sp>
        <p:nvSpPr>
          <p:cNvPr id="33" name="椭圆 32"/>
          <p:cNvSpPr/>
          <p:nvPr/>
        </p:nvSpPr>
        <p:spPr>
          <a:xfrm>
            <a:off x="2449830" y="21175345"/>
            <a:ext cx="561975" cy="531495"/>
          </a:xfrm>
          <a:prstGeom prst="ellipse">
            <a:avLst/>
          </a:prstGeom>
          <a:gradFill rotWithShape="1">
            <a:gsLst>
              <a:gs pos="0">
                <a:srgbClr val="4DA5BA">
                  <a:tint val="50000"/>
                  <a:satMod val="300000"/>
                </a:srgbClr>
              </a:gs>
              <a:gs pos="35000">
                <a:srgbClr val="4DA5BA">
                  <a:tint val="37000"/>
                  <a:satMod val="300000"/>
                </a:srgbClr>
              </a:gs>
              <a:gs pos="100000">
                <a:srgbClr val="4DA5BA">
                  <a:tint val="15000"/>
                  <a:satMod val="350000"/>
                </a:srgbClr>
              </a:gs>
            </a:gsLst>
            <a:lin ang="16200000" scaled="1"/>
          </a:gradFill>
          <a:ln w="9525" cap="flat" cmpd="sng" algn="ctr">
            <a:solidFill>
              <a:srgbClr val="4DA5BA"/>
            </a:solidFill>
            <a:prstDash val="solid"/>
          </a:ln>
          <a:effectLst>
            <a:outerShdw blurRad="40000" dist="20000" dir="5400000" rotWithShape="0">
              <a:srgbClr val="000000">
                <a:alpha val="38000"/>
              </a:srgbClr>
            </a:outerShdw>
          </a:effectLst>
        </p:spPr>
        <p:txBody>
          <a:bodyPr rtlCol="0" anchor="ctr"/>
          <a:p>
            <a:pPr algn="ctr"/>
            <a:r>
              <a:rPr lang="en-US" altLang="zh-CN" sz="1400" b="1"/>
              <a:t>9</a:t>
            </a:r>
            <a:endParaRPr lang="en-US" altLang="zh-CN" sz="1400" b="1"/>
          </a:p>
        </p:txBody>
      </p:sp>
      <p:sp>
        <p:nvSpPr>
          <p:cNvPr id="35" name="椭圆 34"/>
          <p:cNvSpPr/>
          <p:nvPr/>
        </p:nvSpPr>
        <p:spPr>
          <a:xfrm>
            <a:off x="2914650" y="21463635"/>
            <a:ext cx="561975" cy="531495"/>
          </a:xfrm>
          <a:prstGeom prst="ellipse">
            <a:avLst/>
          </a:prstGeom>
          <a:gradFill rotWithShape="1">
            <a:gsLst>
              <a:gs pos="0">
                <a:srgbClr val="4DA5BA">
                  <a:tint val="50000"/>
                  <a:satMod val="300000"/>
                </a:srgbClr>
              </a:gs>
              <a:gs pos="35000">
                <a:srgbClr val="4DA5BA">
                  <a:tint val="37000"/>
                  <a:satMod val="300000"/>
                </a:srgbClr>
              </a:gs>
              <a:gs pos="100000">
                <a:srgbClr val="4DA5BA">
                  <a:tint val="15000"/>
                  <a:satMod val="350000"/>
                </a:srgbClr>
              </a:gs>
            </a:gsLst>
            <a:lin ang="16200000" scaled="1"/>
          </a:gradFill>
          <a:ln w="9525" cap="flat" cmpd="sng" algn="ctr">
            <a:solidFill>
              <a:srgbClr val="4DA5BA"/>
            </a:solidFill>
            <a:prstDash val="solid"/>
          </a:ln>
          <a:effectLst>
            <a:outerShdw blurRad="40000" dist="20000" dir="5400000" rotWithShape="0">
              <a:srgbClr val="000000">
                <a:alpha val="38000"/>
              </a:srgbClr>
            </a:outerShdw>
          </a:effectLst>
        </p:spPr>
        <p:txBody>
          <a:bodyPr rtlCol="0" anchor="ctr"/>
          <a:p>
            <a:pPr algn="ctr"/>
            <a:r>
              <a:rPr lang="en-US" altLang="zh-CN" sz="1400" b="1"/>
              <a:t>8</a:t>
            </a:r>
            <a:endParaRPr lang="en-US" altLang="zh-CN" sz="1400" b="1"/>
          </a:p>
        </p:txBody>
      </p:sp>
      <p:sp>
        <p:nvSpPr>
          <p:cNvPr id="37" name="椭圆 36"/>
          <p:cNvSpPr/>
          <p:nvPr/>
        </p:nvSpPr>
        <p:spPr>
          <a:xfrm>
            <a:off x="1473835" y="22196425"/>
            <a:ext cx="561975" cy="531495"/>
          </a:xfrm>
          <a:prstGeom prst="ellipse">
            <a:avLst/>
          </a:prstGeom>
          <a:gradFill rotWithShape="1">
            <a:gsLst>
              <a:gs pos="0">
                <a:srgbClr val="4DA5BA">
                  <a:tint val="50000"/>
                  <a:satMod val="300000"/>
                </a:srgbClr>
              </a:gs>
              <a:gs pos="35000">
                <a:srgbClr val="4DA5BA">
                  <a:tint val="37000"/>
                  <a:satMod val="300000"/>
                </a:srgbClr>
              </a:gs>
              <a:gs pos="100000">
                <a:srgbClr val="4DA5BA">
                  <a:tint val="15000"/>
                  <a:satMod val="350000"/>
                </a:srgbClr>
              </a:gs>
            </a:gsLst>
            <a:lin ang="16200000" scaled="1"/>
          </a:gradFill>
          <a:ln w="9525" cap="flat" cmpd="sng" algn="ctr">
            <a:solidFill>
              <a:srgbClr val="4DA5BA"/>
            </a:solidFill>
            <a:prstDash val="solid"/>
          </a:ln>
          <a:effectLst>
            <a:outerShdw blurRad="40000" dist="20000" dir="5400000" rotWithShape="0">
              <a:srgbClr val="000000">
                <a:alpha val="38000"/>
              </a:srgbClr>
            </a:outerShdw>
          </a:effectLst>
        </p:spPr>
        <p:txBody>
          <a:bodyPr rtlCol="0" anchor="ctr"/>
          <a:p>
            <a:pPr algn="ctr"/>
            <a:r>
              <a:rPr lang="en-US" altLang="zh-CN" sz="1400" b="1"/>
              <a:t>1</a:t>
            </a:r>
            <a:endParaRPr lang="en-US" altLang="zh-CN" sz="1400" b="1"/>
          </a:p>
        </p:txBody>
      </p:sp>
      <p:sp>
        <p:nvSpPr>
          <p:cNvPr id="40" name="椭圆 39"/>
          <p:cNvSpPr/>
          <p:nvPr/>
        </p:nvSpPr>
        <p:spPr>
          <a:xfrm>
            <a:off x="3541395" y="22616795"/>
            <a:ext cx="561975" cy="531495"/>
          </a:xfrm>
          <a:prstGeom prst="ellipse">
            <a:avLst/>
          </a:prstGeom>
          <a:gradFill rotWithShape="1">
            <a:gsLst>
              <a:gs pos="0">
                <a:srgbClr val="4DA5BA">
                  <a:tint val="50000"/>
                  <a:satMod val="300000"/>
                </a:srgbClr>
              </a:gs>
              <a:gs pos="35000">
                <a:srgbClr val="4DA5BA">
                  <a:tint val="37000"/>
                  <a:satMod val="300000"/>
                </a:srgbClr>
              </a:gs>
              <a:gs pos="100000">
                <a:srgbClr val="4DA5BA">
                  <a:tint val="15000"/>
                  <a:satMod val="350000"/>
                </a:srgbClr>
              </a:gs>
            </a:gsLst>
            <a:lin ang="16200000" scaled="1"/>
          </a:gradFill>
          <a:ln w="9525" cap="flat" cmpd="sng" algn="ctr">
            <a:solidFill>
              <a:srgbClr val="4DA5BA"/>
            </a:solidFill>
            <a:prstDash val="solid"/>
          </a:ln>
          <a:effectLst>
            <a:outerShdw blurRad="40000" dist="20000" dir="5400000" rotWithShape="0">
              <a:srgbClr val="000000">
                <a:alpha val="38000"/>
              </a:srgbClr>
            </a:outerShdw>
          </a:effectLst>
        </p:spPr>
        <p:txBody>
          <a:bodyPr rtlCol="0" anchor="ctr"/>
          <a:p>
            <a:pPr algn="ctr"/>
            <a:r>
              <a:rPr lang="en-US" altLang="zh-CN" sz="1400" b="1"/>
              <a:t>5</a:t>
            </a:r>
            <a:endParaRPr lang="en-US" altLang="zh-CN" sz="1400" b="1"/>
          </a:p>
        </p:txBody>
      </p:sp>
      <p:sp>
        <p:nvSpPr>
          <p:cNvPr id="41" name="椭圆 40"/>
          <p:cNvSpPr/>
          <p:nvPr/>
        </p:nvSpPr>
        <p:spPr>
          <a:xfrm>
            <a:off x="2986405" y="22779355"/>
            <a:ext cx="561975" cy="531495"/>
          </a:xfrm>
          <a:prstGeom prst="ellipse">
            <a:avLst/>
          </a:prstGeom>
          <a:gradFill rotWithShape="1">
            <a:gsLst>
              <a:gs pos="0">
                <a:srgbClr val="4DA5BA">
                  <a:tint val="50000"/>
                  <a:satMod val="300000"/>
                </a:srgbClr>
              </a:gs>
              <a:gs pos="35000">
                <a:srgbClr val="4DA5BA">
                  <a:tint val="37000"/>
                  <a:satMod val="300000"/>
                </a:srgbClr>
              </a:gs>
              <a:gs pos="100000">
                <a:srgbClr val="4DA5BA">
                  <a:tint val="15000"/>
                  <a:satMod val="350000"/>
                </a:srgbClr>
              </a:gs>
            </a:gsLst>
            <a:lin ang="16200000" scaled="1"/>
          </a:gradFill>
          <a:ln w="9525" cap="flat" cmpd="sng" algn="ctr">
            <a:solidFill>
              <a:srgbClr val="4DA5BA"/>
            </a:solidFill>
            <a:prstDash val="solid"/>
          </a:ln>
          <a:effectLst>
            <a:outerShdw blurRad="40000" dist="20000" dir="5400000" rotWithShape="0">
              <a:srgbClr val="000000">
                <a:alpha val="38000"/>
              </a:srgbClr>
            </a:outerShdw>
          </a:effectLst>
        </p:spPr>
        <p:txBody>
          <a:bodyPr rtlCol="0" anchor="ctr"/>
          <a:p>
            <a:pPr algn="ctr"/>
            <a:r>
              <a:rPr lang="en-US" altLang="zh-CN" sz="1400" b="1"/>
              <a:t>4</a:t>
            </a:r>
            <a:endParaRPr lang="en-US" altLang="zh-CN" sz="1400" b="1"/>
          </a:p>
        </p:txBody>
      </p:sp>
      <p:sp>
        <p:nvSpPr>
          <p:cNvPr id="44" name="椭圆 43"/>
          <p:cNvSpPr/>
          <p:nvPr/>
        </p:nvSpPr>
        <p:spPr>
          <a:xfrm>
            <a:off x="1978025" y="22433915"/>
            <a:ext cx="561975" cy="531495"/>
          </a:xfrm>
          <a:prstGeom prst="ellipse">
            <a:avLst/>
          </a:prstGeom>
          <a:gradFill rotWithShape="1">
            <a:gsLst>
              <a:gs pos="0">
                <a:srgbClr val="4DA5BA">
                  <a:tint val="50000"/>
                  <a:satMod val="300000"/>
                </a:srgbClr>
              </a:gs>
              <a:gs pos="35000">
                <a:srgbClr val="4DA5BA">
                  <a:tint val="37000"/>
                  <a:satMod val="300000"/>
                </a:srgbClr>
              </a:gs>
              <a:gs pos="100000">
                <a:srgbClr val="4DA5BA">
                  <a:tint val="15000"/>
                  <a:satMod val="350000"/>
                </a:srgbClr>
              </a:gs>
            </a:gsLst>
            <a:lin ang="16200000" scaled="1"/>
          </a:gradFill>
          <a:ln w="9525" cap="flat" cmpd="sng" algn="ctr">
            <a:solidFill>
              <a:srgbClr val="4DA5BA"/>
            </a:solidFill>
            <a:prstDash val="solid"/>
          </a:ln>
          <a:effectLst>
            <a:outerShdw blurRad="40000" dist="20000" dir="5400000" rotWithShape="0">
              <a:srgbClr val="000000">
                <a:alpha val="38000"/>
              </a:srgbClr>
            </a:outerShdw>
          </a:effectLst>
        </p:spPr>
        <p:txBody>
          <a:bodyPr rtlCol="0" anchor="ctr"/>
          <a:p>
            <a:pPr algn="ctr"/>
            <a:r>
              <a:rPr lang="en-US" altLang="zh-CN" sz="1400" b="1"/>
              <a:t>2</a:t>
            </a:r>
            <a:endParaRPr lang="en-US" altLang="zh-CN" sz="1400" b="1"/>
          </a:p>
        </p:txBody>
      </p:sp>
      <p:sp>
        <p:nvSpPr>
          <p:cNvPr id="45" name="椭圆 44"/>
          <p:cNvSpPr/>
          <p:nvPr/>
        </p:nvSpPr>
        <p:spPr>
          <a:xfrm>
            <a:off x="2410460" y="22779355"/>
            <a:ext cx="561975" cy="531495"/>
          </a:xfrm>
          <a:prstGeom prst="ellipse">
            <a:avLst/>
          </a:prstGeom>
          <a:gradFill rotWithShape="1">
            <a:gsLst>
              <a:gs pos="0">
                <a:srgbClr val="4DA5BA">
                  <a:tint val="50000"/>
                  <a:satMod val="300000"/>
                </a:srgbClr>
              </a:gs>
              <a:gs pos="35000">
                <a:srgbClr val="4DA5BA">
                  <a:tint val="37000"/>
                  <a:satMod val="300000"/>
                </a:srgbClr>
              </a:gs>
              <a:gs pos="100000">
                <a:srgbClr val="4DA5BA">
                  <a:tint val="15000"/>
                  <a:satMod val="350000"/>
                </a:srgbClr>
              </a:gs>
            </a:gsLst>
            <a:lin ang="16200000" scaled="1"/>
          </a:gradFill>
          <a:ln w="9525" cap="flat" cmpd="sng" algn="ctr">
            <a:solidFill>
              <a:srgbClr val="4DA5BA"/>
            </a:solidFill>
            <a:prstDash val="solid"/>
          </a:ln>
          <a:effectLst>
            <a:outerShdw blurRad="40000" dist="20000" dir="5400000" rotWithShape="0">
              <a:srgbClr val="000000">
                <a:alpha val="38000"/>
              </a:srgbClr>
            </a:outerShdw>
          </a:effectLst>
        </p:spPr>
        <p:txBody>
          <a:bodyPr rtlCol="0" anchor="ctr"/>
          <a:p>
            <a:pPr algn="ctr"/>
            <a:r>
              <a:rPr lang="en-US" altLang="zh-CN" sz="1400" b="1"/>
              <a:t>3</a:t>
            </a:r>
            <a:endParaRPr lang="en-US" altLang="zh-CN" sz="1400" b="1"/>
          </a:p>
        </p:txBody>
      </p:sp>
      <p:cxnSp>
        <p:nvCxnSpPr>
          <p:cNvPr id="48" name="直接箭头连接符 47"/>
          <p:cNvCxnSpPr/>
          <p:nvPr/>
        </p:nvCxnSpPr>
        <p:spPr>
          <a:xfrm flipV="1">
            <a:off x="2338070" y="21823680"/>
            <a:ext cx="792480" cy="791845"/>
          </a:xfrm>
          <a:prstGeom prst="straightConnector1">
            <a:avLst/>
          </a:prstGeom>
          <a:noFill/>
          <a:ln w="28575" cap="flat" cmpd="sng" algn="ctr">
            <a:solidFill>
              <a:srgbClr val="7030A0"/>
            </a:solidFill>
            <a:prstDash val="solid"/>
            <a:headEnd type="arrow"/>
            <a:tailEnd type="arrow"/>
          </a:ln>
          <a:effectLst/>
        </p:spPr>
      </p:cxnSp>
      <p:sp>
        <p:nvSpPr>
          <p:cNvPr id="49" name="文本框 22"/>
          <p:cNvSpPr txBox="1"/>
          <p:nvPr>
            <p:custDataLst>
              <p:tags r:id="rId7"/>
            </p:custDataLst>
          </p:nvPr>
        </p:nvSpPr>
        <p:spPr>
          <a:xfrm>
            <a:off x="3130550" y="22042755"/>
            <a:ext cx="5652770" cy="706755"/>
          </a:xfrm>
          <a:prstGeom prst="rect">
            <a:avLst/>
          </a:prstGeom>
          <a:noFill/>
          <a:ln w="9525">
            <a:noFill/>
          </a:ln>
        </p:spPr>
        <p:txBody>
          <a:bodyPr wrap="square">
            <a:spAutoFit/>
          </a:bodyPr>
          <a:p>
            <a:pPr>
              <a:buFont typeface="Arial" panose="020B0604020202020204" pitchFamily="34" charset="0"/>
              <a:buNone/>
            </a:pPr>
            <a:r>
              <a:rPr lang="en-US" altLang="ko-KR" sz="2000" b="1" dirty="0">
                <a:solidFill>
                  <a:srgbClr val="7030A0"/>
                </a:solidFill>
                <a:latin typeface="Arial" panose="020B0604020202020204" pitchFamily="34" charset="0"/>
                <a:ea typeface="Gulim" panose="020B0600000101010101" pitchFamily="50" charset="-127"/>
              </a:rPr>
              <a:t>Polar interaction between i and j spheres</a:t>
            </a:r>
            <a:endParaRPr lang="en-US" altLang="ko-KR" sz="2000" b="1" dirty="0">
              <a:solidFill>
                <a:srgbClr val="7030A0"/>
              </a:solidFill>
              <a:latin typeface="Arial" panose="020B0604020202020204" pitchFamily="34" charset="0"/>
              <a:ea typeface="Gulim" panose="020B0600000101010101" pitchFamily="50" charset="-127"/>
            </a:endParaRPr>
          </a:p>
          <a:p>
            <a:pPr>
              <a:buFont typeface="Arial" panose="020B0604020202020204" pitchFamily="34" charset="0"/>
              <a:buNone/>
            </a:pPr>
            <a:r>
              <a:rPr lang="en-US" altLang="ko-KR" sz="2000" b="1" dirty="0">
                <a:solidFill>
                  <a:srgbClr val="7030A0"/>
                </a:solidFill>
                <a:latin typeface="Arial" panose="020B0604020202020204" pitchFamily="34" charset="0"/>
                <a:ea typeface="Gulim" panose="020B0600000101010101" pitchFamily="50" charset="-127"/>
              </a:rPr>
              <a:t>              whose association is signified by </a:t>
            </a:r>
            <a:endParaRPr lang="en-US" altLang="ko-KR" sz="2000" b="1" baseline="-25000" dirty="0">
              <a:solidFill>
                <a:srgbClr val="7030A0"/>
              </a:solidFill>
              <a:latin typeface="+mn-ea"/>
              <a:ea typeface="Malgun Gothic" panose="020B0503020000020004" pitchFamily="50" charset="-127"/>
              <a:cs typeface="+mn-ea"/>
            </a:endParaRPr>
          </a:p>
        </p:txBody>
      </p:sp>
      <p:sp>
        <p:nvSpPr>
          <p:cNvPr id="50" name="모서리가 둥근 직사각형 26"/>
          <p:cNvSpPr/>
          <p:nvPr/>
        </p:nvSpPr>
        <p:spPr>
          <a:xfrm>
            <a:off x="24418925" y="6572250"/>
            <a:ext cx="17642205" cy="1066800"/>
          </a:xfrm>
          <a:prstGeom prst="roundRect">
            <a:avLst/>
          </a:prstGeom>
          <a:solidFill>
            <a:srgbClr val="F7C959"/>
          </a:solidFill>
          <a:ln>
            <a:solidFill>
              <a:srgbClr val="7030A0"/>
            </a:solidFill>
          </a:ln>
        </p:spPr>
        <p:style>
          <a:lnRef idx="1">
            <a:schemeClr val="accent1"/>
          </a:lnRef>
          <a:fillRef idx="3">
            <a:schemeClr val="accent1"/>
          </a:fillRef>
          <a:effectRef idx="2">
            <a:schemeClr val="accent1"/>
          </a:effectRef>
          <a:fontRef idx="minor">
            <a:schemeClr val="lt1"/>
          </a:fontRef>
        </p:style>
        <p:txBody>
          <a:bodyPr anchor="ctr"/>
          <a:p>
            <a:pPr marL="0" marR="0" lvl="0" indent="0" algn="ctr" defTabSz="914400" rtl="0" eaLnBrk="1" fontAlgn="ctr" latinLnBrk="0" hangingPunct="1">
              <a:lnSpc>
                <a:spcPct val="140000"/>
              </a:lnSpc>
              <a:spcBef>
                <a:spcPct val="0"/>
              </a:spcBef>
              <a:spcAft>
                <a:spcPct val="0"/>
              </a:spcAft>
              <a:buClrTx/>
              <a:buSzTx/>
              <a:buFontTx/>
              <a:buNone/>
              <a:defRPr/>
            </a:pPr>
            <a:r>
              <a:rPr kumimoji="0" lang="en-US" altLang="ko-KR" sz="5400" b="1" i="0" u="none" strike="noStrike" kern="1200" cap="none" spc="0" normalizeH="0" baseline="0" noProof="1">
                <a:ln w="10541" cmpd="sng">
                  <a:solidFill>
                    <a:srgbClr val="7030A0"/>
                  </a:solidFill>
                  <a:prstDash val="solid"/>
                </a:ln>
                <a:solidFill>
                  <a:schemeClr val="tx1"/>
                </a:solidFill>
                <a:effectLst/>
                <a:uLnTx/>
                <a:uFillTx/>
                <a:latin typeface="나눔고딕 ExtraBold" pitchFamily="50" charset="-127"/>
                <a:ea typeface="나눔고딕 ExtraBold" pitchFamily="50" charset="-127"/>
                <a:cs typeface="+mn-cs"/>
                <a:sym typeface="+mn-ea"/>
              </a:rPr>
              <a:t>Associating A-b-B diblock copolymer melts</a:t>
            </a:r>
            <a:endParaRPr kumimoji="0" lang="en-US" altLang="ko-KR" sz="5400" b="1" i="0" u="none" strike="noStrike" kern="1200" cap="none" spc="0" normalizeH="0" baseline="0" noProof="1">
              <a:ln w="10541" cmpd="sng">
                <a:solidFill>
                  <a:srgbClr val="7030A0"/>
                </a:solidFill>
                <a:prstDash val="solid"/>
              </a:ln>
              <a:solidFill>
                <a:schemeClr val="tx1"/>
              </a:solidFill>
              <a:effectLst/>
              <a:uLnTx/>
              <a:uFillTx/>
              <a:latin typeface="나눔고딕 ExtraBold" pitchFamily="50" charset="-127"/>
              <a:ea typeface="나눔고딕 ExtraBold" pitchFamily="50" charset="-127"/>
              <a:cs typeface="+mn-cs"/>
              <a:sym typeface="+mn-ea"/>
            </a:endParaRPr>
          </a:p>
        </p:txBody>
      </p:sp>
      <p:pic>
        <p:nvPicPr>
          <p:cNvPr id="51" name="그림 224"/>
          <p:cNvPicPr>
            <a:picLocks noChangeAspect="1"/>
          </p:cNvPicPr>
          <p:nvPr/>
        </p:nvPicPr>
        <p:blipFill rotWithShape="1">
          <a:blip r:embed="rId8">
            <a:extLst>
              <a:ext uri="{28A0092B-C50C-407E-A947-70E740481C1C}">
                <a14:useLocalDpi xmlns:a14="http://schemas.microsoft.com/office/drawing/2010/main" val="0"/>
              </a:ext>
            </a:extLst>
          </a:blip>
          <a:srcRect/>
          <a:stretch>
            <a:fillRect/>
          </a:stretch>
        </p:blipFill>
        <p:spPr>
          <a:xfrm>
            <a:off x="16204565" y="19877405"/>
            <a:ext cx="4204335" cy="3681095"/>
          </a:xfrm>
          <a:prstGeom prst="rect">
            <a:avLst/>
          </a:prstGeom>
        </p:spPr>
      </p:pic>
      <p:pic>
        <p:nvPicPr>
          <p:cNvPr id="52" name="그림 22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6204565" y="23609935"/>
            <a:ext cx="4222115" cy="3554730"/>
          </a:xfrm>
          <a:prstGeom prst="rect">
            <a:avLst/>
          </a:prstGeom>
        </p:spPr>
      </p:pic>
      <p:cxnSp>
        <p:nvCxnSpPr>
          <p:cNvPr id="63" name="直接箭头连接符 62"/>
          <p:cNvCxnSpPr/>
          <p:nvPr/>
        </p:nvCxnSpPr>
        <p:spPr>
          <a:xfrm flipH="1">
            <a:off x="11203305" y="22066250"/>
            <a:ext cx="984250" cy="82550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64" name="文本框 22"/>
          <p:cNvSpPr txBox="1"/>
          <p:nvPr>
            <p:custDataLst>
              <p:tags r:id="rId10"/>
            </p:custDataLst>
          </p:nvPr>
        </p:nvSpPr>
        <p:spPr>
          <a:xfrm>
            <a:off x="7859395" y="20489545"/>
            <a:ext cx="7934960" cy="829945"/>
          </a:xfrm>
          <a:prstGeom prst="rect">
            <a:avLst/>
          </a:prstGeom>
          <a:noFill/>
          <a:ln w="9525">
            <a:noFill/>
          </a:ln>
        </p:spPr>
        <p:txBody>
          <a:bodyPr wrap="square">
            <a:spAutoFit/>
          </a:bodyPr>
          <a:p>
            <a:pPr algn="ctr">
              <a:buFont typeface="Arial" panose="020B0604020202020204" pitchFamily="34" charset="0"/>
              <a:buNone/>
            </a:pPr>
            <a:r>
              <a:rPr lang="en-US" altLang="ko-KR" sz="2400" b="1" dirty="0">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Reduction in Pressure due to polar bonding is described by the contact probability </a:t>
            </a:r>
            <a:endParaRPr lang="en-US" altLang="ko-KR" sz="2400" b="1" dirty="0">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endParaRPr>
          </a:p>
        </p:txBody>
      </p:sp>
      <p:graphicFrame>
        <p:nvGraphicFramePr>
          <p:cNvPr id="89" name="对象 88">
            <a:hlinkClick r:id="" action="ppaction://ole?verb=0"/>
          </p:cNvPr>
          <p:cNvGraphicFramePr>
            <a:graphicFrameLocks noChangeAspect="1"/>
          </p:cNvGraphicFramePr>
          <p:nvPr/>
        </p:nvGraphicFramePr>
        <p:xfrm>
          <a:off x="1473835" y="25725120"/>
          <a:ext cx="5258435" cy="1154430"/>
        </p:xfrm>
        <a:graphic>
          <a:graphicData uri="http://schemas.openxmlformats.org/presentationml/2006/ole">
            <mc:AlternateContent xmlns:mc="http://schemas.openxmlformats.org/markup-compatibility/2006">
              <mc:Choice xmlns:v="urn:schemas-microsoft-com:vml" Requires="v">
                <p:oleObj spid="_x0000_s1312" name="" r:id="rId11" imgW="2552700" imgH="545465" progId="Equation.KSEE3">
                  <p:embed/>
                </p:oleObj>
              </mc:Choice>
              <mc:Fallback>
                <p:oleObj name="" r:id="rId11" imgW="2552700" imgH="545465" progId="Equation.KSEE3">
                  <p:embed/>
                  <p:pic>
                    <p:nvPicPr>
                      <p:cNvPr id="0" name="图片 1028"/>
                      <p:cNvPicPr/>
                      <p:nvPr/>
                    </p:nvPicPr>
                    <p:blipFill>
                      <a:blip r:embed="rId12"/>
                      <a:stretch>
                        <a:fillRect/>
                      </a:stretch>
                    </p:blipFill>
                    <p:spPr>
                      <a:xfrm>
                        <a:off x="1473835" y="25725120"/>
                        <a:ext cx="5258435" cy="1154430"/>
                      </a:xfrm>
                      <a:prstGeom prst="rect">
                        <a:avLst/>
                      </a:prstGeom>
                      <a:solidFill>
                        <a:srgbClr val="4DA5BA">
                          <a:lumMod val="20000"/>
                          <a:lumOff val="80000"/>
                        </a:srgbClr>
                      </a:solidFill>
                    </p:spPr>
                  </p:pic>
                </p:oleObj>
              </mc:Fallback>
            </mc:AlternateContent>
          </a:graphicData>
        </a:graphic>
      </p:graphicFrame>
      <p:sp>
        <p:nvSpPr>
          <p:cNvPr id="96" name="文本框 22"/>
          <p:cNvSpPr txBox="1"/>
          <p:nvPr>
            <p:custDataLst>
              <p:tags r:id="rId13"/>
            </p:custDataLst>
          </p:nvPr>
        </p:nvSpPr>
        <p:spPr>
          <a:xfrm>
            <a:off x="7096125" y="26050240"/>
            <a:ext cx="8418195" cy="953135"/>
          </a:xfrm>
          <a:prstGeom prst="rect">
            <a:avLst/>
          </a:prstGeom>
          <a:noFill/>
          <a:ln w="9525">
            <a:noFill/>
          </a:ln>
        </p:spPr>
        <p:txBody>
          <a:bodyPr wrap="square">
            <a:spAutoFit/>
          </a:bodyPr>
          <a:p>
            <a:pPr>
              <a:buNone/>
            </a:pPr>
            <a:r>
              <a:rPr lang="en-US" altLang="ko-KR" sz="2800" b="1" i="1" dirty="0">
                <a:solidFill>
                  <a:srgbClr val="FF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The effective RPA interaction field is </a:t>
            </a:r>
            <a:endParaRPr lang="en-US" altLang="ko-KR" sz="2800" b="1" i="1" dirty="0">
              <a:solidFill>
                <a:srgbClr val="FF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a:p>
            <a:pPr>
              <a:buNone/>
            </a:pPr>
            <a:r>
              <a:rPr lang="en-US" altLang="ko-KR" sz="2800" b="1" i="1" dirty="0">
                <a:solidFill>
                  <a:srgbClr val="FF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          given by the excess chemical potential</a:t>
            </a:r>
            <a:endParaRPr lang="en-US" altLang="ko-KR" sz="2800" b="1" i="1" dirty="0">
              <a:solidFill>
                <a:srgbClr val="FF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p:txBody>
      </p:sp>
      <p:sp>
        <p:nvSpPr>
          <p:cNvPr id="111" name="文本框 22"/>
          <p:cNvSpPr txBox="1"/>
          <p:nvPr>
            <p:custDataLst>
              <p:tags r:id="rId14"/>
            </p:custDataLst>
          </p:nvPr>
        </p:nvSpPr>
        <p:spPr>
          <a:xfrm>
            <a:off x="8473758" y="25114567"/>
            <a:ext cx="3818255" cy="460375"/>
          </a:xfrm>
          <a:prstGeom prst="rect">
            <a:avLst/>
          </a:prstGeom>
          <a:noFill/>
          <a:ln w="9525">
            <a:noFill/>
          </a:ln>
        </p:spPr>
        <p:txBody>
          <a:bodyPr wrap="square">
            <a:spAutoFit/>
          </a:bodyPr>
          <a:p>
            <a:pPr>
              <a:buFont typeface="Arial" panose="020B0604020202020204" pitchFamily="34" charset="0"/>
              <a:buNone/>
            </a:pPr>
            <a:r>
              <a:rPr lang="en-US" altLang="ko-KR" sz="2400" b="1" dirty="0">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Hard sphere chain</a:t>
            </a:r>
            <a:endParaRPr lang="en-US" altLang="ko-KR" sz="2400" b="1" dirty="0">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endParaRPr>
          </a:p>
        </p:txBody>
      </p:sp>
      <p:sp>
        <p:nvSpPr>
          <p:cNvPr id="112" name="文本框 22"/>
          <p:cNvSpPr txBox="1"/>
          <p:nvPr>
            <p:custDataLst>
              <p:tags r:id="rId15"/>
            </p:custDataLst>
          </p:nvPr>
        </p:nvSpPr>
        <p:spPr>
          <a:xfrm>
            <a:off x="10791825" y="23743920"/>
            <a:ext cx="2738755" cy="432435"/>
          </a:xfrm>
          <a:prstGeom prst="rect">
            <a:avLst/>
          </a:prstGeom>
          <a:noFill/>
          <a:ln w="9525">
            <a:noFill/>
          </a:ln>
        </p:spPr>
        <p:txBody>
          <a:bodyPr wrap="square">
            <a:noAutofit/>
          </a:bodyPr>
          <a:p>
            <a:pPr>
              <a:buFont typeface="Arial" panose="020B0604020202020204" pitchFamily="34" charset="0"/>
              <a:buNone/>
            </a:pPr>
            <a:r>
              <a:rPr lang="en-US" altLang="ko-KR" sz="2400" b="1" dirty="0">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Polar bonding</a:t>
            </a:r>
            <a:endParaRPr lang="en-US" altLang="ko-KR" sz="2400" b="1" dirty="0">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endParaRPr>
          </a:p>
        </p:txBody>
      </p:sp>
      <p:sp>
        <p:nvSpPr>
          <p:cNvPr id="90" name="文本框 22"/>
          <p:cNvSpPr txBox="1"/>
          <p:nvPr>
            <p:custDataLst>
              <p:tags r:id="rId16"/>
            </p:custDataLst>
          </p:nvPr>
        </p:nvSpPr>
        <p:spPr>
          <a:xfrm>
            <a:off x="11578590" y="25095200"/>
            <a:ext cx="4625975" cy="460375"/>
          </a:xfrm>
          <a:prstGeom prst="rect">
            <a:avLst/>
          </a:prstGeom>
          <a:noFill/>
          <a:ln w="9525">
            <a:noFill/>
          </a:ln>
        </p:spPr>
        <p:txBody>
          <a:bodyPr wrap="square">
            <a:spAutoFit/>
          </a:bodyPr>
          <a:p>
            <a:pPr algn="ctr">
              <a:buFont typeface="Arial" panose="020B0604020202020204" pitchFamily="34" charset="0"/>
              <a:buNone/>
            </a:pPr>
            <a:r>
              <a:rPr lang="en-US" altLang="ko-KR" sz="2400" b="1" dirty="0">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Dispersion energy</a:t>
            </a:r>
            <a:endParaRPr lang="en-US" altLang="ko-KR" sz="2400" b="1" dirty="0">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endParaRPr>
          </a:p>
        </p:txBody>
      </p:sp>
      <p:pic>
        <p:nvPicPr>
          <p:cNvPr id="92" name="图片 91"/>
          <p:cNvPicPr>
            <a:picLocks noChangeAspect="1"/>
          </p:cNvPicPr>
          <p:nvPr/>
        </p:nvPicPr>
        <p:blipFill>
          <a:blip r:embed="rId17"/>
          <a:stretch>
            <a:fillRect/>
          </a:stretch>
        </p:blipFill>
        <p:spPr>
          <a:xfrm>
            <a:off x="709295" y="1968500"/>
            <a:ext cx="4791710" cy="2135505"/>
          </a:xfrm>
          <a:prstGeom prst="rect">
            <a:avLst/>
          </a:prstGeom>
        </p:spPr>
      </p:pic>
      <p:pic>
        <p:nvPicPr>
          <p:cNvPr id="93" name="图片 92"/>
          <p:cNvPicPr>
            <a:picLocks noChangeAspect="1"/>
          </p:cNvPicPr>
          <p:nvPr/>
        </p:nvPicPr>
        <p:blipFill>
          <a:blip r:embed="rId18"/>
          <a:stretch>
            <a:fillRect/>
          </a:stretch>
        </p:blipFill>
        <p:spPr>
          <a:xfrm>
            <a:off x="708660" y="519430"/>
            <a:ext cx="4792980" cy="1496060"/>
          </a:xfrm>
          <a:prstGeom prst="rect">
            <a:avLst/>
          </a:prstGeom>
        </p:spPr>
      </p:pic>
      <p:pic>
        <p:nvPicPr>
          <p:cNvPr id="43" name="图片 42"/>
          <p:cNvPicPr>
            <a:picLocks noChangeAspect="1"/>
          </p:cNvPicPr>
          <p:nvPr>
            <p:custDataLst>
              <p:tags r:id="rId19"/>
            </p:custDataLst>
          </p:nvPr>
        </p:nvPicPr>
        <p:blipFill>
          <a:blip r:embed="rId20"/>
          <a:srcRect l="51069" t="5174" b="3252"/>
          <a:stretch>
            <a:fillRect/>
          </a:stretch>
        </p:blipFill>
        <p:spPr>
          <a:xfrm>
            <a:off x="39192835" y="14232255"/>
            <a:ext cx="4089400" cy="4585335"/>
          </a:xfrm>
          <a:prstGeom prst="rect">
            <a:avLst/>
          </a:prstGeom>
        </p:spPr>
      </p:pic>
      <p:sp>
        <p:nvSpPr>
          <p:cNvPr id="4" name="文本框 3"/>
          <p:cNvSpPr txBox="1"/>
          <p:nvPr>
            <p:custDataLst>
              <p:tags r:id="rId21"/>
            </p:custDataLst>
          </p:nvPr>
        </p:nvSpPr>
        <p:spPr>
          <a:xfrm>
            <a:off x="35648900" y="19027775"/>
            <a:ext cx="7035165" cy="645160"/>
          </a:xfrm>
          <a:prstGeom prst="rect">
            <a:avLst/>
          </a:prstGeom>
          <a:noFill/>
        </p:spPr>
        <p:txBody>
          <a:bodyPr wrap="square" rtlCol="0">
            <a:spAutoFit/>
          </a:bodyPr>
          <a:p>
            <a:pPr indent="0" algn="ctr">
              <a:buFont typeface="Arial" panose="020B0604020202020204" pitchFamily="34" charset="0"/>
              <a:buNone/>
            </a:pPr>
            <a:r>
              <a:rPr lang="en-US" altLang="ko-KR" sz="1800" b="1" dirty="0">
                <a:ln>
                  <a:noFill/>
                </a:ln>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Du Ryu, Yeol, et al. "Closed-loop phase behaviour in block copolymers." Nature materials 1.2 (2002): 114-117.</a:t>
            </a:r>
            <a:endParaRPr lang="en-US" altLang="ko-KR" sz="1800" b="1" dirty="0">
              <a:ln>
                <a:noFill/>
              </a:ln>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p:txBody>
      </p:sp>
      <p:pic>
        <p:nvPicPr>
          <p:cNvPr id="106" name="图片 105"/>
          <p:cNvPicPr>
            <a:picLocks noChangeAspect="1"/>
          </p:cNvPicPr>
          <p:nvPr>
            <p:custDataLst>
              <p:tags r:id="rId22"/>
            </p:custDataLst>
          </p:nvPr>
        </p:nvPicPr>
        <p:blipFill>
          <a:blip r:embed="rId20"/>
          <a:srcRect l="1881" t="6071" r="48589" b="3817"/>
          <a:stretch>
            <a:fillRect/>
          </a:stretch>
        </p:blipFill>
        <p:spPr>
          <a:xfrm>
            <a:off x="34753550" y="14313535"/>
            <a:ext cx="4136390" cy="4504055"/>
          </a:xfrm>
          <a:prstGeom prst="rect">
            <a:avLst/>
          </a:prstGeom>
        </p:spPr>
      </p:pic>
      <p:pic>
        <p:nvPicPr>
          <p:cNvPr id="75" name="图片 74" descr="IMG_8857"/>
          <p:cNvPicPr>
            <a:picLocks noChangeAspect="1"/>
          </p:cNvPicPr>
          <p:nvPr>
            <p:custDataLst>
              <p:tags r:id="rId23"/>
            </p:custDataLst>
          </p:nvPr>
        </p:nvPicPr>
        <p:blipFill>
          <a:blip r:embed="rId24"/>
          <a:srcRect t="12822" r="6630" b="2030"/>
          <a:stretch>
            <a:fillRect/>
          </a:stretch>
        </p:blipFill>
        <p:spPr>
          <a:xfrm>
            <a:off x="23412450" y="9486265"/>
            <a:ext cx="5200650" cy="3952240"/>
          </a:xfrm>
          <a:prstGeom prst="rect">
            <a:avLst/>
          </a:prstGeom>
        </p:spPr>
      </p:pic>
      <p:cxnSp>
        <p:nvCxnSpPr>
          <p:cNvPr id="79" name="직선 화살표 연결선 78"/>
          <p:cNvCxnSpPr/>
          <p:nvPr>
            <p:custDataLst>
              <p:tags r:id="rId25"/>
            </p:custDataLst>
          </p:nvPr>
        </p:nvCxnSpPr>
        <p:spPr>
          <a:xfrm flipH="1">
            <a:off x="26434703" y="11320603"/>
            <a:ext cx="2530475" cy="0"/>
          </a:xfrm>
          <a:prstGeom prst="straightConnector1">
            <a:avLst/>
          </a:prstGeom>
          <a:noFill/>
          <a:ln w="38100" cap="flat" cmpd="sng" algn="ctr">
            <a:solidFill>
              <a:srgbClr val="FF0000"/>
            </a:solidFill>
            <a:prstDash val="solid"/>
            <a:tailEnd type="triangle" w="med" len="med"/>
          </a:ln>
          <a:effectLst>
            <a:outerShdw blurRad="40000" dist="23000" dir="5400000" rotWithShape="0">
              <a:srgbClr val="000000">
                <a:alpha val="35000"/>
              </a:srgbClr>
            </a:outerShdw>
          </a:effectLst>
        </p:spPr>
      </p:cxnSp>
      <p:pic>
        <p:nvPicPr>
          <p:cNvPr id="80" name="图片 79" descr="IMG_8864"/>
          <p:cNvPicPr>
            <a:picLocks noChangeAspect="1"/>
          </p:cNvPicPr>
          <p:nvPr>
            <p:custDataLst>
              <p:tags r:id="rId26"/>
            </p:custDataLst>
          </p:nvPr>
        </p:nvPicPr>
        <p:blipFill>
          <a:blip r:embed="rId27"/>
          <a:srcRect l="4690" t="17792" r="3976"/>
          <a:stretch>
            <a:fillRect/>
          </a:stretch>
        </p:blipFill>
        <p:spPr>
          <a:xfrm>
            <a:off x="29044265" y="10722610"/>
            <a:ext cx="2305685" cy="2643505"/>
          </a:xfrm>
          <a:prstGeom prst="rect">
            <a:avLst/>
          </a:prstGeom>
        </p:spPr>
      </p:pic>
      <p:sp>
        <p:nvSpPr>
          <p:cNvPr id="5" name="文本框 22"/>
          <p:cNvSpPr txBox="1"/>
          <p:nvPr>
            <p:custDataLst>
              <p:tags r:id="rId28"/>
            </p:custDataLst>
          </p:nvPr>
        </p:nvSpPr>
        <p:spPr>
          <a:xfrm>
            <a:off x="24722455" y="8660130"/>
            <a:ext cx="5370195" cy="46037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p>
            <a:pPr indent="0">
              <a:buFont typeface="Arial" panose="020B0604020202020204" pitchFamily="34" charset="0"/>
              <a:buNone/>
            </a:pPr>
            <a:r>
              <a:rPr lang="en-US" altLang="ko-KR" sz="2400" b="1" dirty="0">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Loop-forming A-b-B at ξ = 0.996515</a:t>
            </a:r>
            <a:endParaRPr lang="en-US" altLang="ko-KR" sz="2400" b="1" dirty="0">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endParaRPr>
          </a:p>
        </p:txBody>
      </p:sp>
      <p:sp>
        <p:nvSpPr>
          <p:cNvPr id="68" name="文本框 22"/>
          <p:cNvSpPr txBox="1"/>
          <p:nvPr>
            <p:custDataLst>
              <p:tags r:id="rId29"/>
            </p:custDataLst>
          </p:nvPr>
        </p:nvSpPr>
        <p:spPr>
          <a:xfrm>
            <a:off x="29055695" y="9308465"/>
            <a:ext cx="2311400" cy="1198880"/>
          </a:xfrm>
          <a:prstGeom prst="rect">
            <a:avLst/>
          </a:prstGeom>
          <a:gradFill rotWithShape="1">
            <a:gsLst>
              <a:gs pos="0">
                <a:srgbClr val="4DA5BA">
                  <a:tint val="50000"/>
                  <a:satMod val="300000"/>
                </a:srgbClr>
              </a:gs>
              <a:gs pos="35000">
                <a:srgbClr val="4DA5BA">
                  <a:tint val="37000"/>
                  <a:satMod val="300000"/>
                </a:srgbClr>
              </a:gs>
              <a:gs pos="100000">
                <a:srgbClr val="4DA5BA">
                  <a:tint val="15000"/>
                  <a:satMod val="350000"/>
                </a:srgbClr>
              </a:gs>
            </a:gsLst>
            <a:lin ang="16200000" scaled="1"/>
          </a:gradFill>
          <a:ln w="9525" cap="flat" cmpd="sng" algn="ctr">
            <a:solidFill>
              <a:srgbClr val="4DA5BA"/>
            </a:solidFill>
            <a:prstDash val="solid"/>
          </a:ln>
          <a:effectLst>
            <a:outerShdw blurRad="40000" dist="20000" dir="5400000" rotWithShape="0">
              <a:srgbClr val="000000">
                <a:alpha val="38000"/>
              </a:srgbClr>
            </a:outerShdw>
          </a:effectLst>
        </p:spPr>
        <p:txBody>
          <a:bodyPr wrap="square">
            <a:spAutoFit/>
          </a:bodyPr>
          <a:p>
            <a:pPr indent="0" algn="ctr">
              <a:buFont typeface="Arial" panose="020B0604020202020204" pitchFamily="34" charset="0"/>
              <a:buNone/>
            </a:pPr>
            <a:r>
              <a:rPr lang="en-US" altLang="ko-KR" sz="18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T=480K</a:t>
            </a:r>
            <a:endParaRPr lang="en-US" altLang="ko-KR" sz="18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a:p>
            <a:pPr indent="0" algn="ctr">
              <a:buFont typeface="Arial" panose="020B0604020202020204" pitchFamily="34" charset="0"/>
              <a:buNone/>
            </a:pPr>
            <a:r>
              <a:rPr lang="en-US" altLang="ko-KR" sz="18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Φ</a:t>
            </a:r>
            <a:r>
              <a:rPr lang="en-US" altLang="ko-KR" sz="1800" b="1" baseline="-25000"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A</a:t>
            </a:r>
            <a:r>
              <a:rPr lang="en-US" altLang="ko-KR" sz="18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=0.49</a:t>
            </a:r>
            <a:endParaRPr lang="en-US" altLang="ko-KR" sz="18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a:p>
            <a:pPr indent="0" algn="ctr">
              <a:buFont typeface="Arial" panose="020B0604020202020204" pitchFamily="34" charset="0"/>
              <a:buNone/>
            </a:pPr>
            <a:r>
              <a:rPr lang="en-US" altLang="ko-KR" sz="18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(started from LAM)</a:t>
            </a:r>
            <a:endParaRPr lang="en-US" altLang="ko-KR" sz="18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a:p>
            <a:pPr indent="0" algn="ctr">
              <a:buFont typeface="Arial" panose="020B0604020202020204" pitchFamily="34" charset="0"/>
              <a:buNone/>
            </a:pPr>
            <a:r>
              <a:rPr lang="en-US" altLang="ko-KR" sz="18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xL=yL=~9.7</a:t>
            </a:r>
            <a:endParaRPr lang="en-US" altLang="ko-KR" sz="1800" b="1" baseline="30000"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p:txBody>
      </p:sp>
      <p:pic>
        <p:nvPicPr>
          <p:cNvPr id="74" name="图片 73"/>
          <p:cNvPicPr>
            <a:picLocks noChangeAspect="1"/>
          </p:cNvPicPr>
          <p:nvPr>
            <p:custDataLst>
              <p:tags r:id="rId30"/>
            </p:custDataLst>
          </p:nvPr>
        </p:nvPicPr>
        <p:blipFill>
          <a:blip r:embed="rId31"/>
          <a:stretch>
            <a:fillRect/>
          </a:stretch>
        </p:blipFill>
        <p:spPr>
          <a:xfrm>
            <a:off x="31920815" y="9476105"/>
            <a:ext cx="4759325" cy="3776980"/>
          </a:xfrm>
          <a:prstGeom prst="rect">
            <a:avLst/>
          </a:prstGeom>
        </p:spPr>
      </p:pic>
      <p:pic>
        <p:nvPicPr>
          <p:cNvPr id="77" name="图片 76" descr="IMG_8866"/>
          <p:cNvPicPr>
            <a:picLocks noChangeAspect="1"/>
          </p:cNvPicPr>
          <p:nvPr>
            <p:custDataLst>
              <p:tags r:id="rId32"/>
            </p:custDataLst>
          </p:nvPr>
        </p:nvPicPr>
        <p:blipFill>
          <a:blip r:embed="rId33"/>
          <a:srcRect l="5016" t="17079" r="3895" b="1597"/>
          <a:stretch>
            <a:fillRect/>
          </a:stretch>
        </p:blipFill>
        <p:spPr>
          <a:xfrm>
            <a:off x="37078920" y="10667365"/>
            <a:ext cx="2330450" cy="2721610"/>
          </a:xfrm>
          <a:prstGeom prst="rect">
            <a:avLst/>
          </a:prstGeom>
        </p:spPr>
      </p:pic>
      <p:cxnSp>
        <p:nvCxnSpPr>
          <p:cNvPr id="120" name="직선 화살표 연결선 119"/>
          <p:cNvCxnSpPr/>
          <p:nvPr>
            <p:custDataLst>
              <p:tags r:id="rId34"/>
            </p:custDataLst>
          </p:nvPr>
        </p:nvCxnSpPr>
        <p:spPr>
          <a:xfrm flipH="1">
            <a:off x="34813004" y="11202608"/>
            <a:ext cx="2160270" cy="0"/>
          </a:xfrm>
          <a:prstGeom prst="straightConnector1">
            <a:avLst/>
          </a:prstGeom>
          <a:noFill/>
          <a:ln w="38100" cap="flat" cmpd="sng" algn="ctr">
            <a:solidFill>
              <a:srgbClr val="FF0000"/>
            </a:solidFill>
            <a:prstDash val="solid"/>
            <a:tailEnd type="triangle" w="med" len="med"/>
          </a:ln>
          <a:effectLst>
            <a:outerShdw blurRad="40000" dist="23000" dir="5400000" rotWithShape="0">
              <a:srgbClr val="000000">
                <a:alpha val="35000"/>
              </a:srgbClr>
            </a:outerShdw>
          </a:effectLst>
        </p:spPr>
      </p:cxnSp>
      <p:sp>
        <p:nvSpPr>
          <p:cNvPr id="135" name="文本框 22"/>
          <p:cNvSpPr txBox="1"/>
          <p:nvPr>
            <p:custDataLst>
              <p:tags r:id="rId35"/>
            </p:custDataLst>
          </p:nvPr>
        </p:nvSpPr>
        <p:spPr>
          <a:xfrm>
            <a:off x="32979995" y="8660130"/>
            <a:ext cx="5186045" cy="46037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p>
            <a:pPr indent="0">
              <a:buFont typeface="Arial" panose="020B0604020202020204" pitchFamily="34" charset="0"/>
              <a:buNone/>
            </a:pPr>
            <a:r>
              <a:rPr lang="en-US" altLang="ko-KR" sz="2400" b="1" dirty="0">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Loop-forming A-b-B at ξ = 0.99632</a:t>
            </a:r>
            <a:endParaRPr lang="en-US" altLang="ko-KR" sz="2400" b="1" dirty="0">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endParaRPr>
          </a:p>
        </p:txBody>
      </p:sp>
      <p:sp>
        <p:nvSpPr>
          <p:cNvPr id="137" name="文本框 22"/>
          <p:cNvSpPr txBox="1"/>
          <p:nvPr>
            <p:custDataLst>
              <p:tags r:id="rId36"/>
            </p:custDataLst>
          </p:nvPr>
        </p:nvSpPr>
        <p:spPr>
          <a:xfrm>
            <a:off x="37321195" y="9402562"/>
            <a:ext cx="1842921" cy="1014730"/>
          </a:xfrm>
          <a:prstGeom prst="rect">
            <a:avLst/>
          </a:prstGeom>
          <a:gradFill rotWithShape="1">
            <a:gsLst>
              <a:gs pos="0">
                <a:srgbClr val="4DA5BA">
                  <a:tint val="50000"/>
                  <a:satMod val="300000"/>
                </a:srgbClr>
              </a:gs>
              <a:gs pos="35000">
                <a:srgbClr val="4DA5BA">
                  <a:tint val="37000"/>
                  <a:satMod val="300000"/>
                </a:srgbClr>
              </a:gs>
              <a:gs pos="100000">
                <a:srgbClr val="4DA5BA">
                  <a:tint val="15000"/>
                  <a:satMod val="350000"/>
                </a:srgbClr>
              </a:gs>
            </a:gsLst>
            <a:lin ang="16200000" scaled="1"/>
          </a:gradFill>
          <a:ln w="9525" cap="flat" cmpd="sng" algn="ctr">
            <a:solidFill>
              <a:srgbClr val="4DA5BA"/>
            </a:solidFill>
            <a:prstDash val="solid"/>
          </a:ln>
          <a:effectLst>
            <a:outerShdw blurRad="40000" dist="20000" dir="5400000" rotWithShape="0">
              <a:srgbClr val="000000">
                <a:alpha val="38000"/>
              </a:srgbClr>
            </a:outerShdw>
          </a:effectLst>
        </p:spPr>
        <p:txBody>
          <a:bodyPr wrap="square">
            <a:spAutoFit/>
          </a:bodyPr>
          <a:p>
            <a:pPr indent="0" algn="ctr">
              <a:buFont typeface="Arial" panose="020B0604020202020204" pitchFamily="34" charset="0"/>
              <a:buNone/>
            </a:pPr>
            <a:r>
              <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T=480K</a:t>
            </a:r>
            <a:endPar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a:p>
            <a:pPr indent="0" algn="ctr">
              <a:buFont typeface="Arial" panose="020B0604020202020204" pitchFamily="34" charset="0"/>
              <a:buNone/>
            </a:pPr>
            <a:r>
              <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Φ</a:t>
            </a:r>
            <a:r>
              <a:rPr lang="en-US" altLang="ko-KR" sz="2000" b="1" baseline="-25000"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A</a:t>
            </a:r>
            <a:r>
              <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=0.45</a:t>
            </a:r>
            <a:endPar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a:p>
            <a:pPr indent="0" algn="ctr">
              <a:buFont typeface="Arial" panose="020B0604020202020204" pitchFamily="34" charset="0"/>
              <a:buNone/>
            </a:pPr>
            <a:r>
              <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xL=yL=~3.8</a:t>
            </a:r>
            <a:endPar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p:txBody>
      </p:sp>
      <p:pic>
        <p:nvPicPr>
          <p:cNvPr id="10" name="그림 108"/>
          <p:cNvPicPr>
            <a:picLocks noChangeAspect="1"/>
          </p:cNvPicPr>
          <p:nvPr>
            <p:custDataLst>
              <p:tags r:id="rId37"/>
            </p:custDataLst>
          </p:nvPr>
        </p:nvPicPr>
        <p:blipFill>
          <a:blip r:embed="rId38"/>
          <a:stretch>
            <a:fillRect/>
          </a:stretch>
        </p:blipFill>
        <p:spPr>
          <a:xfrm>
            <a:off x="26624915" y="14787880"/>
            <a:ext cx="4580255" cy="3473450"/>
          </a:xfrm>
          <a:prstGeom prst="rect">
            <a:avLst/>
          </a:prstGeom>
        </p:spPr>
      </p:pic>
      <p:sp>
        <p:nvSpPr>
          <p:cNvPr id="11" name="文本框 22"/>
          <p:cNvSpPr txBox="1"/>
          <p:nvPr>
            <p:custDataLst>
              <p:tags r:id="rId39"/>
            </p:custDataLst>
          </p:nvPr>
        </p:nvSpPr>
        <p:spPr>
          <a:xfrm>
            <a:off x="27127173" y="13962251"/>
            <a:ext cx="3818255" cy="521970"/>
          </a:xfrm>
          <a:prstGeom prst="rect">
            <a:avLst/>
          </a:prstGeom>
          <a:extLst>
            <a:ext uri="{909E8E84-426E-40DD-AFC4-6F175D3DCCD1}">
              <a14:hiddenFill xmlns:a14="http://schemas.microsoft.com/office/drawing/2010/main">
                <a:gradFill rotWithShape="1">
                  <a:gsLst>
                    <a:gs pos="0">
                      <a:srgbClr val="FFDB7E">
                        <a:tint val="50000"/>
                        <a:satMod val="300000"/>
                      </a:srgbClr>
                    </a:gs>
                    <a:gs pos="35000">
                      <a:srgbClr val="FFDB7E">
                        <a:tint val="37000"/>
                        <a:satMod val="300000"/>
                      </a:srgbClr>
                    </a:gs>
                    <a:gs pos="100000">
                      <a:srgbClr val="FFDB7E">
                        <a:tint val="15000"/>
                        <a:satMod val="350000"/>
                      </a:srgbClr>
                    </a:gs>
                  </a:gsLst>
                  <a:lin ang="16200000" scaled="1"/>
                </a:gradFill>
              </a14:hiddenFill>
            </a:ext>
          </a:extLst>
        </p:spPr>
        <p:style>
          <a:lnRef idx="2">
            <a:schemeClr val="accent2"/>
          </a:lnRef>
          <a:fillRef idx="1">
            <a:schemeClr val="lt1"/>
          </a:fillRef>
          <a:effectRef idx="0">
            <a:schemeClr val="accent2"/>
          </a:effectRef>
          <a:fontRef idx="minor">
            <a:schemeClr val="dk1"/>
          </a:fontRef>
        </p:style>
        <p:txBody>
          <a:bodyPr wrap="square">
            <a:spAutoFit/>
          </a:bodyPr>
          <a:lstStyle/>
          <a:p>
            <a:pPr indent="0" algn="ctr">
              <a:buFont typeface="Arial" panose="020B0604020202020204" pitchFamily="34" charset="0"/>
              <a:buNone/>
            </a:pPr>
            <a:r>
              <a:rPr lang="en-US" altLang="ko-KR" sz="2800" b="1" dirty="0">
                <a:ln>
                  <a:noFill/>
                </a:ln>
                <a:solidFill>
                  <a:srgbClr val="7030A0"/>
                </a:solidFill>
                <a:effectLst/>
                <a:latin typeface="Arial" panose="020B0604020202020204" pitchFamily="34" charset="0"/>
                <a:ea typeface="Gulim" panose="020B0600000101010101" pitchFamily="50" charset="-127"/>
              </a:rPr>
              <a:t>Ps-b-P(n-butyl MA)</a:t>
            </a:r>
            <a:endParaRPr lang="en-US" altLang="ko-KR" sz="2800" b="1" dirty="0">
              <a:ln>
                <a:noFill/>
              </a:ln>
              <a:solidFill>
                <a:srgbClr val="7030A0"/>
              </a:solidFill>
              <a:effectLst/>
              <a:latin typeface="Arial" panose="020B0604020202020204" pitchFamily="34" charset="0"/>
              <a:ea typeface="Gulim" panose="020B0600000101010101" pitchFamily="50" charset="-127"/>
            </a:endParaRPr>
          </a:p>
        </p:txBody>
      </p:sp>
      <p:sp>
        <p:nvSpPr>
          <p:cNvPr id="14" name="文本框 22"/>
          <p:cNvSpPr txBox="1"/>
          <p:nvPr>
            <p:custDataLst>
              <p:tags r:id="rId40"/>
            </p:custDataLst>
          </p:nvPr>
        </p:nvSpPr>
        <p:spPr>
          <a:xfrm>
            <a:off x="29067760" y="18710275"/>
            <a:ext cx="4582795" cy="891540"/>
          </a:xfrm>
          <a:prstGeom prst="rect">
            <a:avLst/>
          </a:prstGeom>
          <a:gradFill rotWithShape="1">
            <a:gsLst>
              <a:gs pos="0">
                <a:srgbClr val="CCB5B4">
                  <a:tint val="50000"/>
                  <a:satMod val="300000"/>
                </a:srgbClr>
              </a:gs>
              <a:gs pos="35000">
                <a:srgbClr val="CCB5B4">
                  <a:tint val="37000"/>
                  <a:satMod val="300000"/>
                </a:srgbClr>
              </a:gs>
              <a:gs pos="100000">
                <a:srgbClr val="CCB5B4">
                  <a:tint val="15000"/>
                  <a:satMod val="350000"/>
                </a:srgbClr>
              </a:gs>
            </a:gsLst>
            <a:lin ang="16200000" scaled="1"/>
          </a:gradFill>
          <a:ln w="9525" cap="flat" cmpd="sng" algn="ctr">
            <a:solidFill>
              <a:srgbClr val="CCB5B4"/>
            </a:solidFill>
            <a:prstDash val="solid"/>
          </a:ln>
          <a:effectLst>
            <a:outerShdw blurRad="40000" dist="20000" dir="5400000" rotWithShape="0">
              <a:srgbClr val="000000">
                <a:alpha val="38000"/>
              </a:srgbClr>
            </a:outerShdw>
          </a:effectLst>
        </p:spPr>
        <p:txBody>
          <a:bodyPr wrap="square">
            <a:spAutoFit/>
          </a:bodyPr>
          <a:lstStyle/>
          <a:p>
            <a:pPr indent="0" algn="ctr">
              <a:buFont typeface="Arial" panose="020B0604020202020204" pitchFamily="34" charset="0"/>
              <a:buNone/>
            </a:pPr>
            <a:r>
              <a:rPr lang="en-US" altLang="ko-KR" sz="24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N</a:t>
            </a:r>
            <a:r>
              <a:rPr lang="en-US" altLang="ko-KR" sz="2400" b="1" baseline="-25000"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A</a:t>
            </a:r>
            <a:r>
              <a:rPr lang="en-US" altLang="ko-KR" sz="24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=557.2455, N</a:t>
            </a:r>
            <a:r>
              <a:rPr lang="en-US" altLang="ko-KR" sz="2400" b="1" baseline="-25000"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B</a:t>
            </a:r>
            <a:r>
              <a:rPr lang="en-US" altLang="ko-KR" sz="24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=557.6841</a:t>
            </a:r>
            <a:endParaRPr lang="en-US" altLang="ko-KR" sz="24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endParaRPr>
          </a:p>
          <a:p>
            <a:pPr indent="0" algn="ctr">
              <a:buFont typeface="Arial" panose="020B0604020202020204" pitchFamily="34" charset="0"/>
              <a:buNone/>
            </a:pPr>
            <a:r>
              <a:rPr lang="en-US" altLang="ko-KR" sz="2400" b="1" dirty="0" err="1">
                <a:solidFill>
                  <a:srgbClr val="000000"/>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rPr>
              <a:t>a</a:t>
            </a:r>
            <a:r>
              <a:rPr lang="en-US" altLang="ko-KR" sz="2400" b="1" baseline="-25000" dirty="0" err="1">
                <a:solidFill>
                  <a:srgbClr val="000000"/>
                </a:solidFill>
                <a:effectLst>
                  <a:outerShdw blurRad="38100" dist="25400" dir="5400000" algn="ctr" rotWithShape="0">
                    <a:srgbClr val="6E747A">
                      <a:alpha val="43000"/>
                    </a:srgbClr>
                  </a:outerShdw>
                </a:effectLst>
                <a:ea typeface="Malgun Gothic" panose="020B0503020000020004" pitchFamily="50" charset="-127"/>
              </a:rPr>
              <a:t>τ</a:t>
            </a:r>
            <a:r>
              <a:rPr lang="en-US" altLang="ko-KR" sz="24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=0.01468</a:t>
            </a:r>
            <a:r>
              <a:rPr lang="en-US" altLang="ko-KR" sz="24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 </a:t>
            </a:r>
            <a:r>
              <a:rPr lang="el-GR" altLang="ko-KR" sz="24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ξ</a:t>
            </a:r>
            <a:r>
              <a:rPr lang="en-US" altLang="ko-KR" sz="14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AP</a:t>
            </a:r>
            <a:r>
              <a:rPr lang="en-US" altLang="ko-KR" sz="24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=0.9879  </a:t>
            </a:r>
            <a:r>
              <a:rPr lang="en-US" altLang="ko-KR" sz="28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      </a:t>
            </a:r>
            <a:endParaRPr lang="en-US" altLang="ko-KR" sz="28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endParaRPr>
          </a:p>
        </p:txBody>
      </p:sp>
      <p:cxnSp>
        <p:nvCxnSpPr>
          <p:cNvPr id="15" name="직선 화살표 연결선 122"/>
          <p:cNvCxnSpPr/>
          <p:nvPr>
            <p:custDataLst>
              <p:tags r:id="rId41"/>
            </p:custDataLst>
          </p:nvPr>
        </p:nvCxnSpPr>
        <p:spPr>
          <a:xfrm flipH="1">
            <a:off x="28771314" y="16515809"/>
            <a:ext cx="2808605" cy="0"/>
          </a:xfrm>
          <a:prstGeom prst="straightConnector1">
            <a:avLst/>
          </a:prstGeom>
          <a:noFill/>
          <a:ln w="38100" cap="flat" cmpd="sng" algn="ctr">
            <a:solidFill>
              <a:srgbClr val="4DA5BA"/>
            </a:solidFill>
            <a:prstDash val="solid"/>
            <a:tailEnd type="triangle" w="med" len="med"/>
          </a:ln>
          <a:effectLst>
            <a:outerShdw blurRad="40000" dist="23000" dir="5400000" rotWithShape="0">
              <a:srgbClr val="000000">
                <a:alpha val="35000"/>
              </a:srgbClr>
            </a:outerShdw>
          </a:effectLst>
        </p:spPr>
      </p:cxnSp>
      <p:cxnSp>
        <p:nvCxnSpPr>
          <p:cNvPr id="17" name="직선 화살표 연결선 126"/>
          <p:cNvCxnSpPr/>
          <p:nvPr>
            <p:custDataLst>
              <p:tags r:id="rId42"/>
            </p:custDataLst>
          </p:nvPr>
        </p:nvCxnSpPr>
        <p:spPr>
          <a:xfrm>
            <a:off x="26334901" y="17380044"/>
            <a:ext cx="2447925" cy="0"/>
          </a:xfrm>
          <a:prstGeom prst="straightConnector1">
            <a:avLst/>
          </a:prstGeom>
          <a:noFill/>
          <a:ln w="38100" cap="flat" cmpd="sng" algn="ctr">
            <a:solidFill>
              <a:srgbClr val="4DA5BA"/>
            </a:solidFill>
            <a:prstDash val="solid"/>
            <a:tailEnd type="triangle" w="med" len="med"/>
          </a:ln>
          <a:effectLst>
            <a:outerShdw blurRad="40000" dist="23000" dir="5400000" rotWithShape="0">
              <a:srgbClr val="000000">
                <a:alpha val="35000"/>
              </a:srgbClr>
            </a:outerShdw>
          </a:effectLst>
        </p:spPr>
      </p:cxnSp>
      <p:sp>
        <p:nvSpPr>
          <p:cNvPr id="18" name="文本框 22"/>
          <p:cNvSpPr txBox="1"/>
          <p:nvPr>
            <p:custDataLst>
              <p:tags r:id="rId43"/>
            </p:custDataLst>
          </p:nvPr>
        </p:nvSpPr>
        <p:spPr>
          <a:xfrm>
            <a:off x="31807490" y="14304127"/>
            <a:ext cx="1842921" cy="706755"/>
          </a:xfrm>
          <a:prstGeom prst="rect">
            <a:avLst/>
          </a:prstGeom>
          <a:gradFill rotWithShape="1">
            <a:gsLst>
              <a:gs pos="0">
                <a:srgbClr val="CCB5B4">
                  <a:tint val="50000"/>
                  <a:satMod val="300000"/>
                </a:srgbClr>
              </a:gs>
              <a:gs pos="35000">
                <a:srgbClr val="CCB5B4">
                  <a:tint val="37000"/>
                  <a:satMod val="300000"/>
                </a:srgbClr>
              </a:gs>
              <a:gs pos="100000">
                <a:srgbClr val="CCB5B4">
                  <a:tint val="15000"/>
                  <a:satMod val="350000"/>
                </a:srgbClr>
              </a:gs>
            </a:gsLst>
            <a:lin ang="16200000" scaled="1"/>
          </a:gradFill>
          <a:ln w="9525" cap="flat" cmpd="sng" algn="ctr">
            <a:solidFill>
              <a:srgbClr val="CCB5B4"/>
            </a:solidFill>
            <a:prstDash val="solid"/>
          </a:ln>
          <a:effectLst>
            <a:outerShdw blurRad="40000" dist="20000" dir="5400000" rotWithShape="0">
              <a:srgbClr val="000000">
                <a:alpha val="38000"/>
              </a:srgbClr>
            </a:outerShdw>
          </a:effectLst>
        </p:spPr>
        <p:txBody>
          <a:bodyPr wrap="square">
            <a:spAutoFit/>
          </a:bodyPr>
          <a:lstStyle/>
          <a:p>
            <a:pPr indent="0" algn="ctr">
              <a:buFont typeface="Arial" panose="020B0604020202020204" pitchFamily="34" charset="0"/>
              <a:buNone/>
            </a:pPr>
            <a:r>
              <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T=500K</a:t>
            </a:r>
            <a:endPar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a:p>
            <a:pPr indent="0" algn="ctr">
              <a:buFont typeface="Arial" panose="020B0604020202020204" pitchFamily="34" charset="0"/>
              <a:buNone/>
            </a:pPr>
            <a:r>
              <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xL=yL=~3.8</a:t>
            </a:r>
            <a:endPar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p:txBody>
      </p:sp>
      <p:sp>
        <p:nvSpPr>
          <p:cNvPr id="19" name="文本框 22"/>
          <p:cNvSpPr txBox="1"/>
          <p:nvPr>
            <p:custDataLst>
              <p:tags r:id="rId44"/>
            </p:custDataLst>
          </p:nvPr>
        </p:nvSpPr>
        <p:spPr>
          <a:xfrm>
            <a:off x="24138595" y="13996152"/>
            <a:ext cx="1842921" cy="1014730"/>
          </a:xfrm>
          <a:prstGeom prst="rect">
            <a:avLst/>
          </a:prstGeom>
          <a:gradFill rotWithShape="1">
            <a:gsLst>
              <a:gs pos="0">
                <a:srgbClr val="CCB5B4">
                  <a:tint val="50000"/>
                  <a:satMod val="300000"/>
                </a:srgbClr>
              </a:gs>
              <a:gs pos="35000">
                <a:srgbClr val="CCB5B4">
                  <a:tint val="37000"/>
                  <a:satMod val="300000"/>
                </a:srgbClr>
              </a:gs>
              <a:gs pos="100000">
                <a:srgbClr val="CCB5B4">
                  <a:tint val="15000"/>
                  <a:satMod val="350000"/>
                </a:srgbClr>
              </a:gs>
            </a:gsLst>
            <a:lin ang="16200000" scaled="1"/>
          </a:gradFill>
          <a:ln w="9525" cap="flat" cmpd="sng" algn="ctr">
            <a:solidFill>
              <a:srgbClr val="CCB5B4"/>
            </a:solidFill>
            <a:prstDash val="solid"/>
          </a:ln>
          <a:effectLst>
            <a:outerShdw blurRad="40000" dist="20000" dir="5400000" rotWithShape="0">
              <a:srgbClr val="000000">
                <a:alpha val="38000"/>
              </a:srgbClr>
            </a:outerShdw>
          </a:effectLst>
        </p:spPr>
        <p:txBody>
          <a:bodyPr wrap="square">
            <a:spAutoFit/>
          </a:bodyPr>
          <a:lstStyle/>
          <a:p>
            <a:pPr indent="0" algn="ctr">
              <a:buFont typeface="Arial" panose="020B0604020202020204" pitchFamily="34" charset="0"/>
              <a:buNone/>
            </a:pPr>
            <a:r>
              <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T=400K</a:t>
            </a:r>
            <a:endPar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a:p>
            <a:pPr indent="0" algn="ctr">
              <a:buFont typeface="Arial" panose="020B0604020202020204" pitchFamily="34" charset="0"/>
              <a:buNone/>
            </a:pPr>
            <a:r>
              <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xL=yL=~3.8</a:t>
            </a:r>
            <a:endPar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a:p>
            <a:pPr indent="0" algn="ctr">
              <a:buFont typeface="Arial" panose="020B0604020202020204" pitchFamily="34" charset="0"/>
              <a:buNone/>
            </a:pPr>
            <a:r>
              <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Disorder</a:t>
            </a:r>
            <a:endPar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p:txBody>
      </p:sp>
      <p:pic>
        <p:nvPicPr>
          <p:cNvPr id="20" name="图片 19" descr="IMG_8867"/>
          <p:cNvPicPr>
            <a:picLocks noChangeAspect="1"/>
          </p:cNvPicPr>
          <p:nvPr>
            <p:custDataLst>
              <p:tags r:id="rId45"/>
            </p:custDataLst>
          </p:nvPr>
        </p:nvPicPr>
        <p:blipFill>
          <a:blip r:embed="rId46"/>
          <a:srcRect l="3392" t="13286" r="8436"/>
          <a:stretch>
            <a:fillRect/>
          </a:stretch>
        </p:blipFill>
        <p:spPr>
          <a:xfrm>
            <a:off x="23778845" y="15219680"/>
            <a:ext cx="2523490" cy="3063875"/>
          </a:xfrm>
          <a:prstGeom prst="rect">
            <a:avLst/>
          </a:prstGeom>
        </p:spPr>
      </p:pic>
      <p:pic>
        <p:nvPicPr>
          <p:cNvPr id="21" name="图片 20" descr="IMG_8865"/>
          <p:cNvPicPr>
            <a:picLocks noChangeAspect="1"/>
          </p:cNvPicPr>
          <p:nvPr>
            <p:custDataLst>
              <p:tags r:id="rId47"/>
            </p:custDataLst>
          </p:nvPr>
        </p:nvPicPr>
        <p:blipFill>
          <a:blip r:embed="rId48"/>
          <a:srcRect t="9658" b="1858"/>
          <a:stretch>
            <a:fillRect/>
          </a:stretch>
        </p:blipFill>
        <p:spPr>
          <a:xfrm>
            <a:off x="31518860" y="15317470"/>
            <a:ext cx="2428240" cy="2979420"/>
          </a:xfrm>
          <a:prstGeom prst="rect">
            <a:avLst/>
          </a:prstGeom>
        </p:spPr>
      </p:pic>
      <p:sp>
        <p:nvSpPr>
          <p:cNvPr id="22" name="文本框 22"/>
          <p:cNvSpPr txBox="1"/>
          <p:nvPr>
            <p:custDataLst>
              <p:tags r:id="rId49"/>
            </p:custDataLst>
          </p:nvPr>
        </p:nvSpPr>
        <p:spPr>
          <a:xfrm>
            <a:off x="23531195" y="18806795"/>
            <a:ext cx="4792980" cy="829945"/>
          </a:xfrm>
          <a:prstGeom prst="rect">
            <a:avLst/>
          </a:prstGeom>
          <a:extLst>
            <a:ext uri="{909E8E84-426E-40DD-AFC4-6F175D3DCCD1}">
              <a14:hiddenFill xmlns:a14="http://schemas.microsoft.com/office/drawing/2010/main">
                <a:solidFill>
                  <a:srgbClr val="CCB5B4"/>
                </a:solidFill>
              </a14:hiddenFill>
            </a:ext>
          </a:extLst>
        </p:spPr>
        <p:style>
          <a:lnRef idx="2">
            <a:schemeClr val="accent2"/>
          </a:lnRef>
          <a:fillRef idx="1">
            <a:schemeClr val="lt1"/>
          </a:fillRef>
          <a:effectRef idx="0">
            <a:schemeClr val="accent2"/>
          </a:effectRef>
          <a:fontRef idx="minor">
            <a:schemeClr val="dk1"/>
          </a:fontRef>
        </p:style>
        <p:txBody>
          <a:bodyPr wrap="square">
            <a:spAutoFit/>
          </a:bodyPr>
          <a:lstStyle/>
          <a:p>
            <a:pPr indent="0" algn="ctr">
              <a:buFont typeface="Arial" panose="020B0604020202020204" pitchFamily="34" charset="0"/>
              <a:buNone/>
            </a:pPr>
            <a:r>
              <a:rPr lang="en-US" altLang="ko-KR" sz="2400" b="1" dirty="0">
                <a:ln>
                  <a:noFill/>
                </a:ln>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Since the density has hardly changed, it is disorder.</a:t>
            </a:r>
            <a:endParaRPr lang="en-US" altLang="ko-KR" sz="2400" b="1" dirty="0">
              <a:ln>
                <a:noFill/>
              </a:ln>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endParaRPr>
          </a:p>
        </p:txBody>
      </p:sp>
      <p:sp>
        <p:nvSpPr>
          <p:cNvPr id="26" name="文本框 25"/>
          <p:cNvSpPr txBox="1"/>
          <p:nvPr/>
        </p:nvSpPr>
        <p:spPr>
          <a:xfrm>
            <a:off x="39718615" y="9040495"/>
            <a:ext cx="3783965" cy="4092575"/>
          </a:xfrm>
          <a:prstGeom prst="rect">
            <a:avLst/>
          </a:prstGeom>
        </p:spPr>
        <p:style>
          <a:lnRef idx="2">
            <a:schemeClr val="accent2"/>
          </a:lnRef>
          <a:fillRef idx="1">
            <a:schemeClr val="lt1"/>
          </a:fillRef>
          <a:effectRef idx="0">
            <a:schemeClr val="accent2"/>
          </a:effectRef>
          <a:fontRef idx="minor">
            <a:schemeClr val="dk1"/>
          </a:fontRef>
        </p:style>
        <p:txBody>
          <a:bodyPr wrap="square" rtlCol="0" anchor="t">
            <a:spAutoFit/>
          </a:bodyPr>
          <a:p>
            <a:pPr marL="342900" indent="-342900" algn="l" defTabSz="4320540" eaLnBrk="1" latinLnBrk="1" hangingPunct="1">
              <a:buFont typeface="Arial" panose="020B0604020202020204" pitchFamily="34" charset="0"/>
              <a:buChar char="•"/>
            </a:pPr>
            <a:r>
              <a:rPr lang="en-US" altLang="ko-KR" sz="2600" b="1" dirty="0">
                <a:ln>
                  <a:noFill/>
                </a:ln>
                <a:solidFill>
                  <a:srgbClr val="7030A0"/>
                </a:solidFill>
                <a:effectLst>
                  <a:outerShdw blurRad="38100" dist="25400" dir="5400000" algn="ctr" rotWithShape="0">
                    <a:srgbClr val="6E747A">
                      <a:alpha val="43000"/>
                    </a:srgbClr>
                  </a:outerShdw>
                </a:effectLst>
                <a:ea typeface="Gulim" panose="020B0600000101010101" pitchFamily="50" charset="-127"/>
                <a:cs typeface="+mn-ea"/>
                <a:sym typeface="+mn-ea"/>
              </a:rPr>
              <a:t>As the </a:t>
            </a:r>
            <a:r>
              <a:rPr lang="en-US" altLang="ko-KR" sz="2600" b="1" dirty="0">
                <a:solidFill>
                  <a:srgbClr val="7030A0"/>
                </a:solidFill>
                <a:effectLst>
                  <a:outerShdw blurRad="38100" dist="25400" dir="5400000" algn="ctr" rotWithShape="0">
                    <a:srgbClr val="6E747A">
                      <a:alpha val="43000"/>
                    </a:srgbClr>
                  </a:outerShdw>
                </a:effectLst>
                <a:ea typeface="Gulim" panose="020B0600000101010101" pitchFamily="50" charset="-127"/>
                <a:cs typeface="+mn-ea"/>
                <a:sym typeface="+mn-ea"/>
              </a:rPr>
              <a:t>ξ</a:t>
            </a:r>
            <a:r>
              <a:rPr lang="en-US" altLang="ko-KR" sz="2600" b="1" dirty="0">
                <a:ln>
                  <a:noFill/>
                </a:ln>
                <a:solidFill>
                  <a:srgbClr val="7030A0"/>
                </a:solidFill>
                <a:effectLst>
                  <a:outerShdw blurRad="38100" dist="25400" dir="5400000" algn="ctr" rotWithShape="0">
                    <a:srgbClr val="6E747A">
                      <a:alpha val="43000"/>
                    </a:srgbClr>
                  </a:outerShdw>
                </a:effectLst>
                <a:ea typeface="Gulim" panose="020B0600000101010101" pitchFamily="50" charset="-127"/>
                <a:cs typeface="+mn-ea"/>
                <a:sym typeface="+mn-ea"/>
              </a:rPr>
              <a:t> approaches 1, the phase separation tendency is reduced and the loop becomes smaller.</a:t>
            </a:r>
            <a:endParaRPr lang="en-US" altLang="ko-KR" sz="2600" b="1" dirty="0">
              <a:ln>
                <a:noFill/>
              </a:ln>
              <a:solidFill>
                <a:srgbClr val="7030A0"/>
              </a:solidFill>
              <a:effectLst>
                <a:outerShdw blurRad="38100" dist="25400" dir="5400000" algn="ctr" rotWithShape="0">
                  <a:srgbClr val="6E747A">
                    <a:alpha val="43000"/>
                  </a:srgbClr>
                </a:outerShdw>
              </a:effectLst>
              <a:ea typeface="Gulim" panose="020B0600000101010101" pitchFamily="50" charset="-127"/>
              <a:cs typeface="+mn-ea"/>
              <a:sym typeface="+mn-ea"/>
            </a:endParaRPr>
          </a:p>
          <a:p>
            <a:pPr algn="l" defTabSz="4320540" eaLnBrk="1" latinLnBrk="1" hangingPunct="1">
              <a:buFont typeface="Arial" panose="020B0604020202020204" pitchFamily="34" charset="0"/>
            </a:pPr>
            <a:endParaRPr lang="en-US" altLang="ko-KR" sz="2600" b="1" dirty="0">
              <a:ln>
                <a:noFill/>
              </a:ln>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endParaRPr>
          </a:p>
          <a:p>
            <a:pPr marL="342900" indent="-342900" algn="l" defTabSz="4320540" eaLnBrk="1" latinLnBrk="1" hangingPunct="1">
              <a:buFont typeface="Arial" panose="020B0604020202020204" pitchFamily="34" charset="0"/>
              <a:buChar char="•"/>
            </a:pPr>
            <a:r>
              <a:rPr lang="en-US" altLang="ko-KR" sz="2600" b="1" dirty="0">
                <a:ln>
                  <a:noFill/>
                </a:ln>
                <a:solidFill>
                  <a:srgbClr val="7030A0"/>
                </a:solidFill>
                <a:effectLst>
                  <a:outerShdw blurRad="38100" dist="25400" dir="5400000" algn="ctr" rotWithShape="0">
                    <a:srgbClr val="6E747A">
                      <a:alpha val="43000"/>
                    </a:srgbClr>
                  </a:outerShdw>
                </a:effectLst>
                <a:ea typeface="Gulim" panose="020B0600000101010101" pitchFamily="50" charset="-127"/>
                <a:cs typeface="+mn-ea"/>
                <a:sym typeface="+mn-ea"/>
              </a:rPr>
              <a:t>The copolymer is ordered inside the loop and disordered outside the loop.</a:t>
            </a:r>
            <a:endParaRPr lang="en-US" altLang="ko-KR" sz="2600" b="1" dirty="0">
              <a:ln>
                <a:noFill/>
              </a:ln>
              <a:solidFill>
                <a:srgbClr val="7030A0"/>
              </a:solidFill>
              <a:effectLst>
                <a:outerShdw blurRad="38100" dist="25400" dir="5400000" algn="ctr" rotWithShape="0">
                  <a:srgbClr val="6E747A">
                    <a:alpha val="43000"/>
                  </a:srgbClr>
                </a:outerShdw>
              </a:effectLst>
              <a:ea typeface="Gulim" panose="020B0600000101010101" pitchFamily="50" charset="-127"/>
              <a:cs typeface="+mn-ea"/>
              <a:sym typeface="+mn-ea"/>
            </a:endParaRPr>
          </a:p>
        </p:txBody>
      </p:sp>
      <p:pic>
        <p:nvPicPr>
          <p:cNvPr id="85" name="图片 84"/>
          <p:cNvPicPr>
            <a:picLocks noChangeAspect="1"/>
          </p:cNvPicPr>
          <p:nvPr>
            <p:custDataLst>
              <p:tags r:id="rId50"/>
            </p:custDataLst>
          </p:nvPr>
        </p:nvPicPr>
        <p:blipFill>
          <a:blip r:embed="rId51"/>
          <a:stretch>
            <a:fillRect/>
          </a:stretch>
        </p:blipFill>
        <p:spPr>
          <a:xfrm>
            <a:off x="36736020" y="21635085"/>
            <a:ext cx="6065520" cy="5048250"/>
          </a:xfrm>
          <a:prstGeom prst="rect">
            <a:avLst/>
          </a:prstGeom>
        </p:spPr>
      </p:pic>
      <p:graphicFrame>
        <p:nvGraphicFramePr>
          <p:cNvPr id="87" name="对象 86">
            <a:hlinkClick r:id="" action="ppaction://ole?verb=0"/>
          </p:cNvPr>
          <p:cNvGraphicFramePr>
            <a:graphicFrameLocks noChangeAspect="1"/>
          </p:cNvGraphicFramePr>
          <p:nvPr>
            <p:custDataLst>
              <p:tags r:id="rId52"/>
            </p:custDataLst>
          </p:nvPr>
        </p:nvGraphicFramePr>
        <p:xfrm>
          <a:off x="38188265" y="22028785"/>
          <a:ext cx="2921635" cy="332740"/>
        </p:xfrm>
        <a:graphic>
          <a:graphicData uri="http://schemas.openxmlformats.org/presentationml/2006/ole">
            <mc:AlternateContent xmlns:mc="http://schemas.openxmlformats.org/markup-compatibility/2006">
              <mc:Choice xmlns:v="urn:schemas-microsoft-com:vml" Requires="v">
                <p:oleObj spid="_x0000_s1313" name="Equation" r:id="rId53" imgW="39319200" imgH="4267200" progId="Equation.DSMT4">
                  <p:embed/>
                </p:oleObj>
              </mc:Choice>
              <mc:Fallback>
                <p:oleObj name="Equation" r:id="rId53" imgW="39319200" imgH="4267200" progId="Equation.DSMT4">
                  <p:embed/>
                  <p:pic>
                    <p:nvPicPr>
                      <p:cNvPr id="0" name="图片 1024"/>
                      <p:cNvPicPr/>
                      <p:nvPr/>
                    </p:nvPicPr>
                    <p:blipFill>
                      <a:blip r:embed="rId54"/>
                      <a:stretch>
                        <a:fillRect/>
                      </a:stretch>
                    </p:blipFill>
                    <p:spPr>
                      <a:xfrm>
                        <a:off x="38188265" y="22028785"/>
                        <a:ext cx="2921635" cy="332740"/>
                      </a:xfrm>
                      <a:prstGeom prst="rect">
                        <a:avLst/>
                      </a:prstGeom>
                    </p:spPr>
                  </p:pic>
                </p:oleObj>
              </mc:Fallback>
            </mc:AlternateContent>
          </a:graphicData>
        </a:graphic>
      </p:graphicFrame>
      <p:graphicFrame>
        <p:nvGraphicFramePr>
          <p:cNvPr id="27" name="对象 26">
            <a:hlinkClick r:id="" action="ppaction://ole?verb=0"/>
          </p:cNvPr>
          <p:cNvGraphicFramePr>
            <a:graphicFrameLocks noChangeAspect="1"/>
          </p:cNvGraphicFramePr>
          <p:nvPr>
            <p:custDataLst>
              <p:tags r:id="rId55"/>
            </p:custDataLst>
          </p:nvPr>
        </p:nvGraphicFramePr>
        <p:xfrm>
          <a:off x="38884860" y="24913590"/>
          <a:ext cx="2886710" cy="330835"/>
        </p:xfrm>
        <a:graphic>
          <a:graphicData uri="http://schemas.openxmlformats.org/presentationml/2006/ole">
            <mc:AlternateContent xmlns:mc="http://schemas.openxmlformats.org/markup-compatibility/2006">
              <mc:Choice xmlns:v="urn:schemas-microsoft-com:vml" Requires="v">
                <p:oleObj spid="_x0000_s1314" name="Equation" r:id="rId56" imgW="36880800" imgH="4267200" progId="Equation.DSMT4">
                  <p:embed/>
                </p:oleObj>
              </mc:Choice>
              <mc:Fallback>
                <p:oleObj name="Equation" r:id="rId56" imgW="36880800" imgH="4267200" progId="Equation.DSMT4">
                  <p:embed/>
                  <p:pic>
                    <p:nvPicPr>
                      <p:cNvPr id="0" name="图片 1025"/>
                      <p:cNvPicPr/>
                      <p:nvPr/>
                    </p:nvPicPr>
                    <p:blipFill>
                      <a:blip r:embed="rId57"/>
                      <a:stretch>
                        <a:fillRect/>
                      </a:stretch>
                    </p:blipFill>
                    <p:spPr>
                      <a:xfrm>
                        <a:off x="38884860" y="24913590"/>
                        <a:ext cx="2886710" cy="330835"/>
                      </a:xfrm>
                      <a:prstGeom prst="rect">
                        <a:avLst/>
                      </a:prstGeom>
                    </p:spPr>
                  </p:pic>
                </p:oleObj>
              </mc:Fallback>
            </mc:AlternateContent>
          </a:graphicData>
        </a:graphic>
      </p:graphicFrame>
      <p:pic>
        <p:nvPicPr>
          <p:cNvPr id="30" name="图片 29" descr="image"/>
          <p:cNvPicPr>
            <a:picLocks noChangeAspect="1"/>
          </p:cNvPicPr>
          <p:nvPr>
            <p:custDataLst>
              <p:tags r:id="rId58"/>
            </p:custDataLst>
          </p:nvPr>
        </p:nvPicPr>
        <p:blipFill>
          <a:blip r:embed="rId59"/>
          <a:srcRect l="4816" t="11713" r="6269" b="7564"/>
          <a:stretch>
            <a:fillRect/>
          </a:stretch>
        </p:blipFill>
        <p:spPr>
          <a:xfrm>
            <a:off x="23729950" y="21635085"/>
            <a:ext cx="5401945" cy="4193540"/>
          </a:xfrm>
          <a:prstGeom prst="rect">
            <a:avLst/>
          </a:prstGeom>
        </p:spPr>
      </p:pic>
      <p:graphicFrame>
        <p:nvGraphicFramePr>
          <p:cNvPr id="65" name="对象 64">
            <a:hlinkClick r:id="" action="ppaction://ole?verb=0"/>
          </p:cNvPr>
          <p:cNvGraphicFramePr>
            <a:graphicFrameLocks noChangeAspect="1"/>
          </p:cNvGraphicFramePr>
          <p:nvPr>
            <p:custDataLst>
              <p:tags r:id="rId60"/>
            </p:custDataLst>
          </p:nvPr>
        </p:nvGraphicFramePr>
        <p:xfrm>
          <a:off x="26205815" y="24103330"/>
          <a:ext cx="2326005" cy="283210"/>
        </p:xfrm>
        <a:graphic>
          <a:graphicData uri="http://schemas.openxmlformats.org/presentationml/2006/ole">
            <mc:AlternateContent xmlns:mc="http://schemas.openxmlformats.org/markup-compatibility/2006">
              <mc:Choice xmlns:v="urn:schemas-microsoft-com:vml" Requires="v">
                <p:oleObj spid="_x0000_s1315" name="Equation" r:id="rId61" imgW="35052000" imgH="4267200" progId="Equation.DSMT4">
                  <p:embed/>
                </p:oleObj>
              </mc:Choice>
              <mc:Fallback>
                <p:oleObj name="Equation" r:id="rId61" imgW="35052000" imgH="4267200" progId="Equation.DSMT4">
                  <p:embed/>
                  <p:pic>
                    <p:nvPicPr>
                      <p:cNvPr id="0" name="图片 1024"/>
                      <p:cNvPicPr/>
                      <p:nvPr/>
                    </p:nvPicPr>
                    <p:blipFill>
                      <a:blip r:embed="rId62"/>
                      <a:stretch>
                        <a:fillRect/>
                      </a:stretch>
                    </p:blipFill>
                    <p:spPr>
                      <a:xfrm>
                        <a:off x="26205815" y="24103330"/>
                        <a:ext cx="2326005" cy="283210"/>
                      </a:xfrm>
                      <a:prstGeom prst="rect">
                        <a:avLst/>
                      </a:prstGeom>
                    </p:spPr>
                  </p:pic>
                </p:oleObj>
              </mc:Fallback>
            </mc:AlternateContent>
          </a:graphicData>
        </a:graphic>
      </p:graphicFrame>
      <p:pic>
        <p:nvPicPr>
          <p:cNvPr id="31" name="图片 30"/>
          <p:cNvPicPr>
            <a:picLocks noChangeAspect="1"/>
          </p:cNvPicPr>
          <p:nvPr>
            <p:custDataLst>
              <p:tags r:id="rId63"/>
            </p:custDataLst>
          </p:nvPr>
        </p:nvPicPr>
        <p:blipFill>
          <a:blip r:embed="rId64"/>
          <a:stretch>
            <a:fillRect/>
          </a:stretch>
        </p:blipFill>
        <p:spPr>
          <a:xfrm>
            <a:off x="30495240" y="21103590"/>
            <a:ext cx="4994275" cy="4725035"/>
          </a:xfrm>
          <a:prstGeom prst="rect">
            <a:avLst/>
          </a:prstGeom>
        </p:spPr>
      </p:pic>
      <p:sp>
        <p:nvSpPr>
          <p:cNvPr id="34" name="文本框 33"/>
          <p:cNvSpPr txBox="1"/>
          <p:nvPr>
            <p:custDataLst>
              <p:tags r:id="rId65"/>
            </p:custDataLst>
          </p:nvPr>
        </p:nvSpPr>
        <p:spPr>
          <a:xfrm>
            <a:off x="29911040" y="26050240"/>
            <a:ext cx="6163310" cy="829945"/>
          </a:xfrm>
          <a:prstGeom prst="rect">
            <a:avLst/>
          </a:prstGeom>
          <a:noFill/>
        </p:spPr>
        <p:txBody>
          <a:bodyPr wrap="square" rtlCol="0">
            <a:spAutoFit/>
          </a:bodyPr>
          <a:p>
            <a:pPr indent="0" algn="ctr">
              <a:buFont typeface="Arial" panose="020B0604020202020204" pitchFamily="34" charset="0"/>
              <a:buNone/>
            </a:pPr>
            <a:r>
              <a:rPr lang="en-US" altLang="ko-KR" sz="1600" b="1" dirty="0">
                <a:ln>
                  <a:noFill/>
                </a:ln>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rPr>
              <a:t>Ryu, Du Yeol, et al. "Effect of hydrostatic pressure on closed-loop phase behavior of block copolymers." Physical review letters 90.23 (2003): 235501.</a:t>
            </a:r>
            <a:endParaRPr lang="en-US" altLang="ko-KR" sz="1600" b="1" dirty="0">
              <a:ln>
                <a:noFill/>
              </a:ln>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p:txBody>
      </p:sp>
      <p:sp>
        <p:nvSpPr>
          <p:cNvPr id="38" name="文本框 22"/>
          <p:cNvSpPr txBox="1"/>
          <p:nvPr>
            <p:custDataLst>
              <p:tags r:id="rId66"/>
            </p:custDataLst>
          </p:nvPr>
        </p:nvSpPr>
        <p:spPr>
          <a:xfrm>
            <a:off x="23855680" y="26102310"/>
            <a:ext cx="5220970" cy="706755"/>
          </a:xfrm>
          <a:prstGeom prst="rect">
            <a:avLst/>
          </a:prstGeom>
        </p:spPr>
        <p:style>
          <a:lnRef idx="1">
            <a:srgbClr val="4DA5BA"/>
          </a:lnRef>
          <a:fillRef idx="2">
            <a:srgbClr val="4DA5BA"/>
          </a:fillRef>
          <a:effectRef idx="1">
            <a:srgbClr val="4DA5BA"/>
          </a:effectRef>
          <a:fontRef idx="minor">
            <a:srgbClr val="000000"/>
          </a:fontRef>
        </p:style>
        <p:txBody>
          <a:bodyPr wrap="square">
            <a:spAutoFit/>
          </a:bodyPr>
          <a:p>
            <a:pPr indent="0" algn="ctr">
              <a:buFont typeface="Arial" panose="020B0604020202020204" pitchFamily="34" charset="0"/>
              <a:buNone/>
            </a:pPr>
            <a:endPar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a:p>
            <a:pPr indent="0" algn="ctr">
              <a:buFont typeface="Arial" panose="020B0604020202020204" pitchFamily="34" charset="0"/>
              <a:buNone/>
            </a:pPr>
            <a:endParaRPr lang="en-US" altLang="ko-KR" sz="2000" b="1" dirty="0">
              <a:solidFill>
                <a:srgbClr val="00000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sym typeface="+mn-ea"/>
            </a:endParaRPr>
          </a:p>
        </p:txBody>
      </p:sp>
      <p:sp>
        <p:nvSpPr>
          <p:cNvPr id="69" name="TextBox 68"/>
          <p:cNvSpPr txBox="1"/>
          <p:nvPr>
            <p:custDataLst>
              <p:tags r:id="rId67"/>
            </p:custDataLst>
          </p:nvPr>
        </p:nvSpPr>
        <p:spPr>
          <a:xfrm>
            <a:off x="24022685" y="26216610"/>
            <a:ext cx="2230755" cy="593090"/>
          </a:xfrm>
          <a:prstGeom prst="rect">
            <a:avLst/>
          </a:prstGeom>
          <a:noFill/>
        </p:spPr>
        <p:txBody>
          <a:bodyPr wrap="square" rtlCol="0">
            <a:noAutofit/>
          </a:bodyPr>
          <a:p>
            <a:pPr algn="l"/>
            <a:r>
              <a:rPr lang="en-US" altLang="ko-KR" sz="2400" b="1" dirty="0">
                <a:solidFill>
                  <a:srgbClr val="000000"/>
                </a:solidFill>
              </a:rPr>
              <a:t>Experimental:</a:t>
            </a:r>
            <a:endParaRPr lang="en-US" altLang="ko-KR" sz="2400" b="1" dirty="0">
              <a:solidFill>
                <a:srgbClr val="000000"/>
              </a:solidFill>
            </a:endParaRPr>
          </a:p>
        </p:txBody>
      </p:sp>
      <p:graphicFrame>
        <p:nvGraphicFramePr>
          <p:cNvPr id="39" name="对象 38">
            <a:hlinkClick r:id="" action="ppaction://ole?verb=0"/>
          </p:cNvPr>
          <p:cNvGraphicFramePr>
            <a:graphicFrameLocks noChangeAspect="1"/>
          </p:cNvGraphicFramePr>
          <p:nvPr>
            <p:custDataLst>
              <p:tags r:id="rId68"/>
            </p:custDataLst>
          </p:nvPr>
        </p:nvGraphicFramePr>
        <p:xfrm>
          <a:off x="26167080" y="26260425"/>
          <a:ext cx="2609850" cy="350520"/>
        </p:xfrm>
        <a:graphic>
          <a:graphicData uri="http://schemas.openxmlformats.org/presentationml/2006/ole">
            <mc:AlternateContent xmlns:mc="http://schemas.openxmlformats.org/markup-compatibility/2006">
              <mc:Choice xmlns:v="urn:schemas-microsoft-com:vml" Requires="v">
                <p:oleObj spid="_x0000_s1316" name="" r:id="rId69" imgW="1447800" imgH="177165" progId="Equation.KSEE3">
                  <p:embed/>
                </p:oleObj>
              </mc:Choice>
              <mc:Fallback>
                <p:oleObj name="" r:id="rId69" imgW="1447800" imgH="177165" progId="Equation.KSEE3">
                  <p:embed/>
                  <p:pic>
                    <p:nvPicPr>
                      <p:cNvPr id="0" name="图片 1024"/>
                      <p:cNvPicPr/>
                      <p:nvPr/>
                    </p:nvPicPr>
                    <p:blipFill>
                      <a:blip r:embed="rId70"/>
                      <a:stretch>
                        <a:fillRect/>
                      </a:stretch>
                    </p:blipFill>
                    <p:spPr>
                      <a:xfrm>
                        <a:off x="26167080" y="26260425"/>
                        <a:ext cx="2609850" cy="350520"/>
                      </a:xfrm>
                      <a:prstGeom prst="rect">
                        <a:avLst/>
                      </a:prstGeom>
                    </p:spPr>
                  </p:pic>
                </p:oleObj>
              </mc:Fallback>
            </mc:AlternateContent>
          </a:graphicData>
        </a:graphic>
      </p:graphicFrame>
      <p:sp>
        <p:nvSpPr>
          <p:cNvPr id="105" name="文本框 22"/>
          <p:cNvSpPr txBox="1"/>
          <p:nvPr>
            <p:custDataLst>
              <p:tags r:id="rId71"/>
            </p:custDataLst>
          </p:nvPr>
        </p:nvSpPr>
        <p:spPr>
          <a:xfrm>
            <a:off x="24534468" y="20848191"/>
            <a:ext cx="3818255" cy="521970"/>
          </a:xfrm>
          <a:prstGeom prst="rect">
            <a:avLst/>
          </a:prstGeom>
          <a:extLst>
            <a:ext uri="{909E8E84-426E-40DD-AFC4-6F175D3DCCD1}">
              <a14:hiddenFill xmlns:a14="http://schemas.microsoft.com/office/drawing/2010/main">
                <a:gradFill rotWithShape="1">
                  <a:gsLst>
                    <a:gs pos="0">
                      <a:srgbClr val="FFDB7E">
                        <a:tint val="50000"/>
                        <a:satMod val="300000"/>
                      </a:srgbClr>
                    </a:gs>
                    <a:gs pos="35000">
                      <a:srgbClr val="FFDB7E">
                        <a:tint val="37000"/>
                        <a:satMod val="300000"/>
                      </a:srgbClr>
                    </a:gs>
                    <a:gs pos="100000">
                      <a:srgbClr val="FFDB7E">
                        <a:tint val="15000"/>
                        <a:satMod val="350000"/>
                      </a:srgbClr>
                    </a:gs>
                  </a:gsLst>
                  <a:lin ang="16200000" scaled="1"/>
                </a:gradFill>
              </a14:hiddenFill>
            </a:ext>
          </a:extLst>
        </p:spPr>
        <p:style>
          <a:lnRef idx="2">
            <a:schemeClr val="accent2"/>
          </a:lnRef>
          <a:fillRef idx="1">
            <a:schemeClr val="lt1"/>
          </a:fillRef>
          <a:effectRef idx="0">
            <a:schemeClr val="accent2"/>
          </a:effectRef>
          <a:fontRef idx="minor">
            <a:schemeClr val="dk1"/>
          </a:fontRef>
        </p:style>
        <p:txBody>
          <a:bodyPr wrap="square">
            <a:spAutoFit/>
          </a:bodyPr>
          <a:p>
            <a:pPr indent="0" algn="ctr">
              <a:buFont typeface="Arial" panose="020B0604020202020204" pitchFamily="34" charset="0"/>
              <a:buNone/>
            </a:pPr>
            <a:r>
              <a:rPr lang="en-US" altLang="ko-KR" sz="2800" b="1" dirty="0">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Ps-b-P(n-butyl MA)</a:t>
            </a:r>
            <a:endParaRPr lang="en-US" altLang="ko-KR" sz="2800" b="1" dirty="0">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endParaRPr>
          </a:p>
        </p:txBody>
      </p:sp>
      <p:sp>
        <p:nvSpPr>
          <p:cNvPr id="107" name="文本框 22"/>
          <p:cNvSpPr txBox="1"/>
          <p:nvPr>
            <p:custDataLst>
              <p:tags r:id="rId72"/>
            </p:custDataLst>
          </p:nvPr>
        </p:nvSpPr>
        <p:spPr>
          <a:xfrm>
            <a:off x="37929793" y="20797391"/>
            <a:ext cx="3818255" cy="521970"/>
          </a:xfrm>
          <a:prstGeom prst="rect">
            <a:avLst/>
          </a:prstGeom>
          <a:extLst>
            <a:ext uri="{909E8E84-426E-40DD-AFC4-6F175D3DCCD1}">
              <a14:hiddenFill xmlns:a14="http://schemas.microsoft.com/office/drawing/2010/main">
                <a:gradFill rotWithShape="1">
                  <a:gsLst>
                    <a:gs pos="0">
                      <a:srgbClr val="FFDB7E">
                        <a:tint val="50000"/>
                        <a:satMod val="300000"/>
                      </a:srgbClr>
                    </a:gs>
                    <a:gs pos="35000">
                      <a:srgbClr val="FFDB7E">
                        <a:tint val="37000"/>
                        <a:satMod val="300000"/>
                      </a:srgbClr>
                    </a:gs>
                    <a:gs pos="100000">
                      <a:srgbClr val="FFDB7E">
                        <a:tint val="15000"/>
                        <a:satMod val="350000"/>
                      </a:srgbClr>
                    </a:gs>
                  </a:gsLst>
                  <a:lin ang="16200000" scaled="1"/>
                </a:gradFill>
              </a14:hiddenFill>
            </a:ext>
          </a:extLst>
        </p:spPr>
        <p:style>
          <a:lnRef idx="2">
            <a:schemeClr val="accent2"/>
          </a:lnRef>
          <a:fillRef idx="1">
            <a:schemeClr val="lt1"/>
          </a:fillRef>
          <a:effectRef idx="0">
            <a:schemeClr val="accent2"/>
          </a:effectRef>
          <a:fontRef idx="minor">
            <a:schemeClr val="dk1"/>
          </a:fontRef>
        </p:style>
        <p:txBody>
          <a:bodyPr wrap="square">
            <a:spAutoFit/>
          </a:bodyPr>
          <a:p>
            <a:pPr indent="0" algn="ctr">
              <a:buFont typeface="Arial" panose="020B0604020202020204" pitchFamily="34" charset="0"/>
              <a:buNone/>
            </a:pPr>
            <a:r>
              <a:rPr lang="en-US" altLang="ko-KR" sz="2800" b="1" dirty="0">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rPr>
              <a:t>Ps-b-P(n-pentyl MA)</a:t>
            </a:r>
            <a:endParaRPr lang="en-US" altLang="ko-KR" sz="2800" b="1" dirty="0">
              <a:solidFill>
                <a:srgbClr val="7030A0"/>
              </a:solidFill>
              <a:effectLst>
                <a:outerShdw blurRad="38100" dist="25400" dir="5400000" algn="ctr" rotWithShape="0">
                  <a:srgbClr val="6E747A">
                    <a:alpha val="43000"/>
                  </a:srgbClr>
                </a:outerShdw>
              </a:effectLst>
              <a:latin typeface="Arial" panose="020B0604020202020204" pitchFamily="34" charset="0"/>
              <a:ea typeface="Gulim" panose="020B0600000101010101" pitchFamily="50" charset="-127"/>
            </a:endParaRPr>
          </a:p>
        </p:txBody>
      </p:sp>
      <p:graphicFrame>
        <p:nvGraphicFramePr>
          <p:cNvPr id="54" name="개체 53"/>
          <p:cNvGraphicFramePr>
            <a:graphicFrameLocks noChangeAspect="1"/>
          </p:cNvGraphicFramePr>
          <p:nvPr>
            <p:custDataLst>
              <p:tags r:id="rId73"/>
            </p:custDataLst>
          </p:nvPr>
        </p:nvGraphicFramePr>
        <p:xfrm>
          <a:off x="1473835" y="24304625"/>
          <a:ext cx="13203555" cy="809625"/>
        </p:xfrm>
        <a:graphic>
          <a:graphicData uri="http://schemas.openxmlformats.org/presentationml/2006/ole">
            <mc:AlternateContent xmlns:mc="http://schemas.openxmlformats.org/markup-compatibility/2006">
              <mc:Choice xmlns:v="urn:schemas-microsoft-com:vml" Requires="v">
                <p:oleObj spid="_x0000_s1027" name="Equation" r:id="rId74" imgW="94488000" imgH="5791200" progId="Equation.DSMT4">
                  <p:embed/>
                </p:oleObj>
              </mc:Choice>
              <mc:Fallback>
                <p:oleObj name="Equation" r:id="rId74" imgW="94488000" imgH="5791200" progId="Equation.DSMT4">
                  <p:embed/>
                  <p:pic>
                    <p:nvPicPr>
                      <p:cNvPr id="0" name="图片 1026"/>
                      <p:cNvPicPr/>
                      <p:nvPr/>
                    </p:nvPicPr>
                    <p:blipFill>
                      <a:blip r:embed="rId75"/>
                      <a:stretch>
                        <a:fillRect/>
                      </a:stretch>
                    </p:blipFill>
                    <p:spPr>
                      <a:xfrm>
                        <a:off x="1473835" y="24304625"/>
                        <a:ext cx="13203555" cy="809625"/>
                      </a:xfrm>
                      <a:prstGeom prst="rect">
                        <a:avLst/>
                      </a:prstGeom>
                    </p:spPr>
                  </p:pic>
                </p:oleObj>
              </mc:Fallback>
            </mc:AlternateContent>
          </a:graphicData>
        </a:graphic>
      </p:graphicFrame>
      <p:graphicFrame>
        <p:nvGraphicFramePr>
          <p:cNvPr id="66" name="개체 59"/>
          <p:cNvGraphicFramePr>
            <a:graphicFrameLocks noChangeAspect="1"/>
          </p:cNvGraphicFramePr>
          <p:nvPr>
            <p:custDataLst>
              <p:tags r:id="rId76"/>
            </p:custDataLst>
          </p:nvPr>
        </p:nvGraphicFramePr>
        <p:xfrm>
          <a:off x="10623550" y="21421090"/>
          <a:ext cx="2405380" cy="775335"/>
        </p:xfrm>
        <a:graphic>
          <a:graphicData uri="http://schemas.openxmlformats.org/presentationml/2006/ole">
            <mc:AlternateContent xmlns:mc="http://schemas.openxmlformats.org/markup-compatibility/2006">
              <mc:Choice xmlns:v="urn:schemas-microsoft-com:vml" Requires="v">
                <p:oleObj spid="_x0000_s1028" name="Equation" r:id="rId77" imgW="17983200" imgH="5791200" progId="Equation.DSMT4">
                  <p:embed/>
                </p:oleObj>
              </mc:Choice>
              <mc:Fallback>
                <p:oleObj name="Equation" r:id="rId77" imgW="17983200" imgH="5791200" progId="Equation.DSMT4">
                  <p:embed/>
                  <p:pic>
                    <p:nvPicPr>
                      <p:cNvPr id="0" name="图片 1027"/>
                      <p:cNvPicPr/>
                      <p:nvPr/>
                    </p:nvPicPr>
                    <p:blipFill>
                      <a:blip r:embed="rId78"/>
                      <a:stretch>
                        <a:fillRect/>
                      </a:stretch>
                    </p:blipFill>
                    <p:spPr>
                      <a:xfrm>
                        <a:off x="10623550" y="21421090"/>
                        <a:ext cx="2405380" cy="775335"/>
                      </a:xfrm>
                      <a:prstGeom prst="rect">
                        <a:avLst/>
                      </a:prstGeom>
                    </p:spPr>
                  </p:pic>
                </p:oleObj>
              </mc:Fallback>
            </mc:AlternateContent>
          </a:graphicData>
        </a:graphic>
      </p:graphicFrame>
      <p:sp>
        <p:nvSpPr>
          <p:cNvPr id="67" name="文本框 22"/>
          <p:cNvSpPr txBox="1"/>
          <p:nvPr>
            <p:custDataLst>
              <p:tags r:id="rId79"/>
            </p:custDataLst>
          </p:nvPr>
        </p:nvSpPr>
        <p:spPr>
          <a:xfrm>
            <a:off x="9895840" y="22916515"/>
            <a:ext cx="2738755" cy="432435"/>
          </a:xfrm>
          <a:prstGeom prst="rect">
            <a:avLst/>
          </a:prstGeom>
          <a:noFill/>
          <a:ln w="9525">
            <a:noFill/>
          </a:ln>
        </p:spPr>
        <p:txBody>
          <a:bodyPr wrap="square">
            <a:noAutofit/>
          </a:bodyPr>
          <a:p>
            <a:pPr>
              <a:buFont typeface="Arial" panose="020B0604020202020204" pitchFamily="34" charset="0"/>
              <a:buNone/>
            </a:pPr>
            <a:r>
              <a:rPr lang="en-US" altLang="ko-KR" sz="2400" b="1" i="1" dirty="0">
                <a:solidFill>
                  <a:srgbClr val="FF0000"/>
                </a:solidFill>
                <a:effectLst/>
                <a:latin typeface="Arial" panose="020B0604020202020204" pitchFamily="34" charset="0"/>
                <a:ea typeface="Gulim" panose="020B0600000101010101" pitchFamily="50" charset="-127"/>
              </a:rPr>
              <a:t>T sensitivity</a:t>
            </a:r>
            <a:endParaRPr lang="en-US" altLang="ko-KR" sz="2400" b="1" i="1" dirty="0">
              <a:solidFill>
                <a:srgbClr val="FF0000"/>
              </a:solidFill>
              <a:effectLst/>
              <a:latin typeface="Arial" panose="020B0604020202020204" pitchFamily="34" charset="0"/>
              <a:ea typeface="Gulim" panose="020B0600000101010101" pitchFamily="50" charset="-127"/>
            </a:endParaRPr>
          </a:p>
        </p:txBody>
      </p:sp>
      <p:graphicFrame>
        <p:nvGraphicFramePr>
          <p:cNvPr id="53" name="对象 52">
            <a:hlinkClick r:id="" action="ppaction://ole?verb="/>
          </p:cNvPr>
          <p:cNvGraphicFramePr>
            <a:graphicFrameLocks noChangeAspect="1"/>
          </p:cNvGraphicFramePr>
          <p:nvPr/>
        </p:nvGraphicFramePr>
        <p:xfrm>
          <a:off x="8291830" y="22336125"/>
          <a:ext cx="1020445" cy="470535"/>
        </p:xfrm>
        <a:graphic>
          <a:graphicData uri="http://schemas.openxmlformats.org/presentationml/2006/ole">
            <mc:AlternateContent xmlns:mc="http://schemas.openxmlformats.org/markup-compatibility/2006">
              <mc:Choice xmlns:v="urn:schemas-microsoft-com:vml" Requires="v">
                <p:oleObj spid="_x0000_s1025" name="" r:id="rId80" imgW="495300" imgH="228600" progId="Equation.KSEE3">
                  <p:embed/>
                </p:oleObj>
              </mc:Choice>
              <mc:Fallback>
                <p:oleObj name="" r:id="rId80" imgW="495300" imgH="228600" progId="Equation.KSEE3">
                  <p:embed/>
                  <p:pic>
                    <p:nvPicPr>
                      <p:cNvPr id="0" name="图片 1024"/>
                      <p:cNvPicPr/>
                      <p:nvPr/>
                    </p:nvPicPr>
                    <p:blipFill>
                      <a:blip r:embed="rId81"/>
                      <a:stretch>
                        <a:fillRect/>
                      </a:stretch>
                    </p:blipFill>
                    <p:spPr>
                      <a:xfrm>
                        <a:off x="8291830" y="22336125"/>
                        <a:ext cx="1020445" cy="470535"/>
                      </a:xfrm>
                      <a:prstGeom prst="rect">
                        <a:avLst/>
                      </a:prstGeom>
                    </p:spPr>
                  </p:pic>
                </p:oleObj>
              </mc:Fallback>
            </mc:AlternateContent>
          </a:graphicData>
        </a:graphic>
      </p:graphicFrame>
      <p:pic>
        <p:nvPicPr>
          <p:cNvPr id="6" name="图片 5"/>
          <p:cNvPicPr>
            <a:picLocks noChangeAspect="1"/>
          </p:cNvPicPr>
          <p:nvPr>
            <p:custDataLst>
              <p:tags r:id="rId82"/>
            </p:custDataLst>
          </p:nvPr>
        </p:nvPicPr>
        <p:blipFill>
          <a:blip r:embed="rId83"/>
          <a:stretch>
            <a:fillRect/>
          </a:stretch>
        </p:blipFill>
        <p:spPr>
          <a:xfrm>
            <a:off x="9186545" y="15689580"/>
            <a:ext cx="3448050" cy="3020695"/>
          </a:xfrm>
          <a:prstGeom prst="rect">
            <a:avLst/>
          </a:prstGeom>
        </p:spPr>
      </p:pic>
    </p:spTree>
  </p:cSld>
  <p:clrMapOvr>
    <a:masterClrMapping/>
  </p:clrMapOvr>
</p:sld>
</file>

<file path=ppt/tags/tag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BEAUTIFY_FLAG" val=""/>
</p:tagLst>
</file>

<file path=ppt/tags/tag17.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BEAUTIFY_FLAG" val=""/>
</p:tagLst>
</file>

<file path=ppt/tags/tag22.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BEAUTIFY_FLAG" val=""/>
</p:tagLst>
</file>

<file path=ppt/tags/tag25.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BEAUTIFY_FLAG" val=""/>
</p:tagLst>
</file>

<file path=ppt/tags/tag29.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BEAUTIFY_FLAG" val=""/>
</p:tagLst>
</file>

<file path=ppt/tags/tag44.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PP_MARK_KEY" val="10788861-c6a0-479b-9ba6-fcc617c8904c"/>
  <p:tag name="COMMONDATA" val="eyJoZGlkIjoiNWY2ZTkzNzBkMjg4NTUyNjI5MDhkMGFjN2U5YzM2ZWYifQ=="/>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3767</Words>
  <Application>WPS 演示</Application>
  <PresentationFormat>사용자 지정</PresentationFormat>
  <Paragraphs>132</Paragraphs>
  <Slides>1</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8</vt:i4>
      </vt:variant>
      <vt:variant>
        <vt:lpstr>幻灯片标题</vt:lpstr>
      </vt:variant>
      <vt:variant>
        <vt:i4>1</vt:i4>
      </vt:variant>
    </vt:vector>
  </HeadingPairs>
  <TitlesOfParts>
    <vt:vector size="24" baseType="lpstr">
      <vt:lpstr>Arial</vt:lpstr>
      <vt:lpstr>宋体</vt:lpstr>
      <vt:lpstr>Wingdings</vt:lpstr>
      <vt:lpstr>Gulim</vt:lpstr>
      <vt:lpstr>Trebuchet MS</vt:lpstr>
      <vt:lpstr>Wingdings</vt:lpstr>
      <vt:lpstr>Malgun Gothic</vt:lpstr>
      <vt:lpstr>Symbol</vt:lpstr>
      <vt:lpstr>나눔고딕 ExtraBold</vt:lpstr>
      <vt:lpstr>FZSong_Superfont</vt:lpstr>
      <vt:lpstr>Batang</vt:lpstr>
      <vt:lpstr>微软雅黑</vt:lpstr>
      <vt:lpstr>Arial Unicode MS</vt:lpstr>
      <vt:lpstr>Calibri</vt:lpstr>
      <vt:lpstr>Default Design</vt:lpstr>
      <vt:lpstr>Equation.KSEE3</vt:lpstr>
      <vt:lpstr>Equation.DSMT4</vt:lpstr>
      <vt:lpstr>Equation.DSMT4</vt:lpstr>
      <vt:lpstr>Equation.DSMT4</vt:lpstr>
      <vt:lpstr>Equation.KSEE3</vt:lpstr>
      <vt:lpstr>Equation.DSMT4</vt:lpstr>
      <vt:lpstr>Equation.DSMT4</vt:lpstr>
      <vt:lpstr>Equation.KSEE3</vt:lpstr>
      <vt:lpstr>PowerPoint 演示文稿</vt:lpstr>
    </vt:vector>
  </TitlesOfParts>
  <Company>Graphicsland/MAKESIGNS.COM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Style K 36 by 48</dc:title>
  <dc:creator>Cindy Kranz</dc:creator>
  <dc:description>1-800-347-2744</dc:description>
  <cp:lastModifiedBy>apple</cp:lastModifiedBy>
  <cp:revision>224</cp:revision>
  <cp:lastPrinted>2021-03-24T01:36:00Z</cp:lastPrinted>
  <dcterms:created xsi:type="dcterms:W3CDTF">2005-06-17T18:14:00Z</dcterms:created>
  <dcterms:modified xsi:type="dcterms:W3CDTF">2023-03-17T16:41:53Z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B44D6B26DF26414EAB6A35160A7CA87B</vt:lpwstr>
  </property>
</Properties>
</file>